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4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handoutMasterIdLst>
    <p:handoutMasterId r:id="rId18"/>
  </p:handoutMasterIdLst>
  <p:sldIdLst>
    <p:sldId id="292" r:id="rId5"/>
    <p:sldId id="279" r:id="rId6"/>
    <p:sldId id="300" r:id="rId7"/>
    <p:sldId id="295" r:id="rId8"/>
    <p:sldId id="301" r:id="rId9"/>
    <p:sldId id="302" r:id="rId10"/>
    <p:sldId id="303" r:id="rId11"/>
    <p:sldId id="306" r:id="rId12"/>
    <p:sldId id="298" r:id="rId13"/>
    <p:sldId id="305" r:id="rId14"/>
    <p:sldId id="268" r:id="rId15"/>
    <p:sldId id="28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d Al Amin" initials="MA" lastIdx="1" clrIdx="0">
    <p:extLst>
      <p:ext uri="{19B8F6BF-5375-455C-9EA6-DF929625EA0E}">
        <p15:presenceInfo xmlns:p15="http://schemas.microsoft.com/office/powerpoint/2012/main" userId="d317ee3a3b5b2dd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0555" autoAdjust="0"/>
  </p:normalViewPr>
  <p:slideViewPr>
    <p:cSldViewPr snapToGrid="0" showGuides="1">
      <p:cViewPr varScale="1">
        <p:scale>
          <a:sx n="103" d="100"/>
          <a:sy n="103" d="100"/>
        </p:scale>
        <p:origin x="852" y="7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1">
  <dgm:title val=""/>
  <dgm:desc val=""/>
  <dgm:catLst>
    <dgm:cat type="accent4" pri="11100"/>
  </dgm:catLst>
  <dgm:styleLbl name="node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4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4">
        <a:alpha val="4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4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4">
        <a:alpha val="90000"/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4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>
      <a:schemeClr val="accent5">
        <a:tint val="75000"/>
      </a:schemeClr>
      <a:schemeClr val="accent6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0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tNode1NoLn">
    <dgm:fillClrLst meth="repeat">
      <a:schemeClr val="lt1">
        <a:tint val="75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2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NoLn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dk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66480AC-C0DE-4E5E-9ECD-9AE37E3FCB79}" type="doc">
      <dgm:prSet loTypeId="urn:microsoft.com/office/officeart/2005/8/layout/default" loCatId="list" qsTypeId="urn:microsoft.com/office/officeart/2005/8/quickstyle/simple1#1" qsCatId="simple" csTypeId="urn:microsoft.com/office/officeart/2005/8/colors/accent2_2#1" csCatId="accent2" phldr="1"/>
      <dgm:spPr/>
      <dgm:t>
        <a:bodyPr/>
        <a:lstStyle/>
        <a:p>
          <a:endParaRPr lang="en-US"/>
        </a:p>
      </dgm:t>
    </dgm:pt>
    <dgm:pt modelId="{A8C03FBB-4A75-4460-AEA6-DEAEB9C61496}">
      <dgm:prSet phldrT="[Text]" phldr="0" custT="1"/>
      <dgm:spPr>
        <a:solidFill>
          <a:schemeClr val="bg1"/>
        </a:solidFill>
      </dgm:spPr>
      <dgm:t>
        <a:bodyPr/>
        <a:lstStyle/>
        <a:p>
          <a:pPr algn="ctr"/>
          <a:r>
            <a:rPr lang="en-US" sz="20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Playable 9×9 Sudoku </a:t>
          </a:r>
        </a:p>
        <a:p>
          <a:pPr algn="ctr"/>
          <a:r>
            <a:rPr lang="en-US" sz="20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Users enter digits 1–9 into blank cells; pre-filled clues can't be changed</a:t>
          </a:r>
          <a:endParaRPr lang="en-US" sz="1600" b="0" dirty="0">
            <a:solidFill>
              <a:schemeClr val="tx1"/>
            </a:solidFill>
            <a:latin typeface="Cambria" panose="02040503050406030204" pitchFamily="18" charset="0"/>
            <a:ea typeface="Cambria" panose="02040503050406030204" pitchFamily="18" charset="0"/>
            <a:cs typeface="Arial" panose="020B0604020202020204" pitchFamily="34" charset="0"/>
          </a:endParaRPr>
        </a:p>
      </dgm:t>
    </dgm:pt>
    <dgm:pt modelId="{4E972F7F-4B1B-47AA-A25B-1FFC561F1C76}" type="parTrans" cxnId="{D3D81948-D963-4D1E-AE16-9705EAF510FC}">
      <dgm:prSet/>
      <dgm:spPr/>
      <dgm:t>
        <a:bodyPr/>
        <a:lstStyle/>
        <a:p>
          <a:pPr algn="ctr"/>
          <a:endParaRPr lang="en-US">
            <a:latin typeface="+mn-lt"/>
          </a:endParaRPr>
        </a:p>
      </dgm:t>
    </dgm:pt>
    <dgm:pt modelId="{67361508-930A-4A23-8CFC-BB56DA645C3C}" type="sibTrans" cxnId="{D3D81948-D963-4D1E-AE16-9705EAF510FC}">
      <dgm:prSet/>
      <dgm:spPr/>
      <dgm:t>
        <a:bodyPr/>
        <a:lstStyle/>
        <a:p>
          <a:pPr algn="ctr"/>
          <a:endParaRPr lang="en-US">
            <a:latin typeface="+mn-lt"/>
          </a:endParaRPr>
        </a:p>
      </dgm:t>
    </dgm:pt>
    <dgm:pt modelId="{04DEB2A2-A5C2-4251-8AF5-1B7419BA12F0}">
      <dgm:prSet phldrT="[Text]" phldr="0" custT="1"/>
      <dgm:spPr>
        <a:solidFill>
          <a:schemeClr val="bg1"/>
        </a:solidFill>
      </dgm:spPr>
      <dgm:t>
        <a:bodyPr/>
        <a:lstStyle/>
        <a:p>
          <a:pPr>
            <a:defRPr b="1"/>
          </a:pPr>
          <a:r>
            <a:rPr lang="en-US" sz="24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AI Generates Every Puzzle </a:t>
          </a:r>
        </a:p>
        <a:p>
          <a:pPr>
            <a:defRPr b="1"/>
          </a:pPr>
          <a:r>
            <a:rPr lang="en-US" sz="1800" b="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Each difficulty level gets a freshly built, one-of-a-kind board.</a:t>
          </a:r>
        </a:p>
      </dgm:t>
    </dgm:pt>
    <dgm:pt modelId="{053761ED-B1ED-46F1-A16B-4229593E5ABE}" type="parTrans" cxnId="{2A4A4AE6-1FD0-42CF-BB67-1EEE4116E222}">
      <dgm:prSet/>
      <dgm:spPr/>
      <dgm:t>
        <a:bodyPr/>
        <a:lstStyle/>
        <a:p>
          <a:endParaRPr lang="en-US"/>
        </a:p>
      </dgm:t>
    </dgm:pt>
    <dgm:pt modelId="{84D4EA7E-E232-46EA-8AA1-429FEC84CA78}" type="sibTrans" cxnId="{2A4A4AE6-1FD0-42CF-BB67-1EEE4116E222}">
      <dgm:prSet/>
      <dgm:spPr/>
      <dgm:t>
        <a:bodyPr/>
        <a:lstStyle/>
        <a:p>
          <a:endParaRPr lang="en-US"/>
        </a:p>
      </dgm:t>
    </dgm:pt>
    <dgm:pt modelId="{649C7703-4161-4A51-80F5-847582480428}">
      <dgm:prSet phldrT="[Text]" phldr="0" custT="1"/>
      <dgm:spPr>
        <a:solidFill>
          <a:schemeClr val="bg1"/>
        </a:solidFill>
      </dgm:spPr>
      <dgm:t>
        <a:bodyPr/>
        <a:lstStyle/>
        <a:p>
          <a:r>
            <a:rPr lang="en-US" sz="24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AI Checks Every Move</a:t>
          </a:r>
        </a:p>
        <a:p>
          <a:r>
            <a:rPr 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  <a:r>
            <a:rPr lang="en-US"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Entries are matched against the solution automatically, in real time.</a:t>
          </a:r>
        </a:p>
      </dgm:t>
    </dgm:pt>
    <dgm:pt modelId="{29323FE4-F80F-40C8-84DF-578D7B86891C}" type="parTrans" cxnId="{BEC7522D-4DB7-43B8-9A67-BF4B182A6D36}">
      <dgm:prSet/>
      <dgm:spPr/>
      <dgm:t>
        <a:bodyPr/>
        <a:lstStyle/>
        <a:p>
          <a:endParaRPr lang="en-US"/>
        </a:p>
      </dgm:t>
    </dgm:pt>
    <dgm:pt modelId="{D7F2F755-35BB-4E77-9CD9-FAC35AEBC80F}" type="sibTrans" cxnId="{BEC7522D-4DB7-43B8-9A67-BF4B182A6D36}">
      <dgm:prSet/>
      <dgm:spPr/>
      <dgm:t>
        <a:bodyPr/>
        <a:lstStyle/>
        <a:p>
          <a:endParaRPr lang="en-US"/>
        </a:p>
      </dgm:t>
    </dgm:pt>
    <dgm:pt modelId="{557E35FD-CFE1-42A3-B5D9-B14A4F44A325}">
      <dgm:prSet phldrT="[Text]" phldr="0" custT="1"/>
      <dgm:spPr>
        <a:solidFill>
          <a:schemeClr val="bg1"/>
        </a:solidFill>
      </dgm:spPr>
      <dgm:t>
        <a:bodyPr/>
        <a:lstStyle/>
        <a:p>
          <a:pPr>
            <a:defRPr b="1"/>
          </a:pPr>
          <a:r>
            <a:rPr lang="en-US" sz="24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AI Helps When Asked</a:t>
          </a:r>
          <a:r>
            <a:rPr 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</a:p>
        <a:p>
          <a:pPr>
            <a:defRPr b="1"/>
          </a:pPr>
          <a:r>
            <a:rPr lang="en-US"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  <a:r>
            <a:rPr lang="en-US" sz="2000" b="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On request, it displays possible values and suggests one best move.</a:t>
          </a:r>
        </a:p>
      </dgm:t>
    </dgm:pt>
    <dgm:pt modelId="{05B8BC1D-8AEA-4E0E-AA32-156FE6747435}" type="parTrans" cxnId="{ECDFB31F-F900-4197-90C9-50037A520A88}">
      <dgm:prSet/>
      <dgm:spPr/>
      <dgm:t>
        <a:bodyPr/>
        <a:lstStyle/>
        <a:p>
          <a:endParaRPr lang="en-US"/>
        </a:p>
      </dgm:t>
    </dgm:pt>
    <dgm:pt modelId="{987568E2-934B-466D-8361-7824272DBFBE}" type="sibTrans" cxnId="{ECDFB31F-F900-4197-90C9-50037A520A88}">
      <dgm:prSet/>
      <dgm:spPr/>
      <dgm:t>
        <a:bodyPr/>
        <a:lstStyle/>
        <a:p>
          <a:endParaRPr lang="en-US"/>
        </a:p>
      </dgm:t>
    </dgm:pt>
    <dgm:pt modelId="{77AB1ED2-DED5-41CC-A781-A033789B400C}">
      <dgm:prSet phldrT="[Text]" phldr="0" custT="1"/>
      <dgm:spPr>
        <a:solidFill>
          <a:schemeClr val="bg1"/>
        </a:solidFill>
      </dgm:spPr>
      <dgm:t>
        <a:bodyPr/>
        <a:lstStyle/>
        <a:p>
          <a:r>
            <a:rPr lang="en-US" sz="23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Score Reflects Play</a:t>
          </a:r>
          <a:r>
            <a:rPr lang="en-US" sz="23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</a:p>
        <a:p>
          <a:r>
            <a:rPr lang="en-US" sz="23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  <a:r>
            <a:rPr lang="en-US"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Score shifts with difficulty, errors, and hints; finishing early adds a time bonus.</a:t>
          </a:r>
        </a:p>
      </dgm:t>
    </dgm:pt>
    <dgm:pt modelId="{49A495AC-1650-407E-ABDE-BAFB88FE6E1C}" type="parTrans" cxnId="{E42F6DC5-0621-4846-BE35-38024464F1D9}">
      <dgm:prSet/>
      <dgm:spPr/>
      <dgm:t>
        <a:bodyPr/>
        <a:lstStyle/>
        <a:p>
          <a:endParaRPr lang="en-US"/>
        </a:p>
      </dgm:t>
    </dgm:pt>
    <dgm:pt modelId="{CAF04297-AF1A-4D19-B9B7-D5183167846D}" type="sibTrans" cxnId="{E42F6DC5-0621-4846-BE35-38024464F1D9}">
      <dgm:prSet/>
      <dgm:spPr/>
      <dgm:t>
        <a:bodyPr/>
        <a:lstStyle/>
        <a:p>
          <a:endParaRPr lang="en-US"/>
        </a:p>
      </dgm:t>
    </dgm:pt>
    <dgm:pt modelId="{FF84718F-EA39-4369-B4A4-D703E003198A}" type="pres">
      <dgm:prSet presAssocID="{A66480AC-C0DE-4E5E-9ECD-9AE37E3FCB79}" presName="diagram" presStyleCnt="0">
        <dgm:presLayoutVars>
          <dgm:dir/>
          <dgm:resizeHandles val="exact"/>
        </dgm:presLayoutVars>
      </dgm:prSet>
      <dgm:spPr/>
    </dgm:pt>
    <dgm:pt modelId="{8E90B088-67E8-4D3A-BE87-1564107C8273}" type="pres">
      <dgm:prSet presAssocID="{A8C03FBB-4A75-4460-AEA6-DEAEB9C61496}" presName="node" presStyleLbl="node1" presStyleIdx="0" presStyleCnt="5">
        <dgm:presLayoutVars>
          <dgm:bulletEnabled val="1"/>
        </dgm:presLayoutVars>
      </dgm:prSet>
      <dgm:spPr/>
    </dgm:pt>
    <dgm:pt modelId="{5B973BDB-26DA-438A-8658-B9133F8C118D}" type="pres">
      <dgm:prSet presAssocID="{67361508-930A-4A23-8CFC-BB56DA645C3C}" presName="sibTrans" presStyleCnt="0"/>
      <dgm:spPr/>
    </dgm:pt>
    <dgm:pt modelId="{22C4F27B-77A0-44F1-A697-38626C22CA73}" type="pres">
      <dgm:prSet presAssocID="{04DEB2A2-A5C2-4251-8AF5-1B7419BA12F0}" presName="node" presStyleLbl="node1" presStyleIdx="1" presStyleCnt="5">
        <dgm:presLayoutVars>
          <dgm:bulletEnabled val="1"/>
        </dgm:presLayoutVars>
      </dgm:prSet>
      <dgm:spPr/>
    </dgm:pt>
    <dgm:pt modelId="{4C376F59-78D2-423C-B942-87D7DDD4CD3D}" type="pres">
      <dgm:prSet presAssocID="{84D4EA7E-E232-46EA-8AA1-429FEC84CA78}" presName="sibTrans" presStyleCnt="0"/>
      <dgm:spPr/>
    </dgm:pt>
    <dgm:pt modelId="{57761512-F6D9-4523-B12E-6B86A5D97594}" type="pres">
      <dgm:prSet presAssocID="{649C7703-4161-4A51-80F5-847582480428}" presName="node" presStyleLbl="node1" presStyleIdx="2" presStyleCnt="5">
        <dgm:presLayoutVars>
          <dgm:bulletEnabled val="1"/>
        </dgm:presLayoutVars>
      </dgm:prSet>
      <dgm:spPr/>
    </dgm:pt>
    <dgm:pt modelId="{15BDD616-DC73-485C-86F7-1B4CCAB46D06}" type="pres">
      <dgm:prSet presAssocID="{D7F2F755-35BB-4E77-9CD9-FAC35AEBC80F}" presName="sibTrans" presStyleCnt="0"/>
      <dgm:spPr/>
    </dgm:pt>
    <dgm:pt modelId="{2F1C7B62-C5F5-4D07-88A3-AED81AEAEF1A}" type="pres">
      <dgm:prSet presAssocID="{557E35FD-CFE1-42A3-B5D9-B14A4F44A325}" presName="node" presStyleLbl="node1" presStyleIdx="3" presStyleCnt="5">
        <dgm:presLayoutVars>
          <dgm:bulletEnabled val="1"/>
        </dgm:presLayoutVars>
      </dgm:prSet>
      <dgm:spPr/>
    </dgm:pt>
    <dgm:pt modelId="{B486A2F2-9A39-431F-8834-9851922FE280}" type="pres">
      <dgm:prSet presAssocID="{987568E2-934B-466D-8361-7824272DBFBE}" presName="sibTrans" presStyleCnt="0"/>
      <dgm:spPr/>
    </dgm:pt>
    <dgm:pt modelId="{8BF98265-792D-4993-BC0C-F691694B4406}" type="pres">
      <dgm:prSet presAssocID="{77AB1ED2-DED5-41CC-A781-A033789B400C}" presName="node" presStyleLbl="node1" presStyleIdx="4" presStyleCnt="5">
        <dgm:presLayoutVars>
          <dgm:bulletEnabled val="1"/>
        </dgm:presLayoutVars>
      </dgm:prSet>
      <dgm:spPr/>
    </dgm:pt>
  </dgm:ptLst>
  <dgm:cxnLst>
    <dgm:cxn modelId="{ECDFB31F-F900-4197-90C9-50037A520A88}" srcId="{A66480AC-C0DE-4E5E-9ECD-9AE37E3FCB79}" destId="{557E35FD-CFE1-42A3-B5D9-B14A4F44A325}" srcOrd="3" destOrd="0" parTransId="{05B8BC1D-8AEA-4E0E-AA32-156FE6747435}" sibTransId="{987568E2-934B-466D-8361-7824272DBFBE}"/>
    <dgm:cxn modelId="{BEC7522D-4DB7-43B8-9A67-BF4B182A6D36}" srcId="{A66480AC-C0DE-4E5E-9ECD-9AE37E3FCB79}" destId="{649C7703-4161-4A51-80F5-847582480428}" srcOrd="2" destOrd="0" parTransId="{29323FE4-F80F-40C8-84DF-578D7B86891C}" sibTransId="{D7F2F755-35BB-4E77-9CD9-FAC35AEBC80F}"/>
    <dgm:cxn modelId="{DB263C3B-546F-4EF3-9DC7-186C80FE3A32}" type="presOf" srcId="{04DEB2A2-A5C2-4251-8AF5-1B7419BA12F0}" destId="{22C4F27B-77A0-44F1-A697-38626C22CA73}" srcOrd="0" destOrd="0" presId="urn:microsoft.com/office/officeart/2005/8/layout/default"/>
    <dgm:cxn modelId="{D3D81948-D963-4D1E-AE16-9705EAF510FC}" srcId="{A66480AC-C0DE-4E5E-9ECD-9AE37E3FCB79}" destId="{A8C03FBB-4A75-4460-AEA6-DEAEB9C61496}" srcOrd="0" destOrd="0" parTransId="{4E972F7F-4B1B-47AA-A25B-1FFC561F1C76}" sibTransId="{67361508-930A-4A23-8CFC-BB56DA645C3C}"/>
    <dgm:cxn modelId="{7D12AF55-8829-424A-ABCD-058D6DA3504E}" type="presOf" srcId="{A8C03FBB-4A75-4460-AEA6-DEAEB9C61496}" destId="{8E90B088-67E8-4D3A-BE87-1564107C8273}" srcOrd="0" destOrd="0" presId="urn:microsoft.com/office/officeart/2005/8/layout/default"/>
    <dgm:cxn modelId="{1C184C59-2451-47D7-ADE0-AFD8DFF446E9}" type="presOf" srcId="{649C7703-4161-4A51-80F5-847582480428}" destId="{57761512-F6D9-4523-B12E-6B86A5D97594}" srcOrd="0" destOrd="0" presId="urn:microsoft.com/office/officeart/2005/8/layout/default"/>
    <dgm:cxn modelId="{B8B113AA-AC9B-4D69-8674-85ED81E1B1EF}" type="presOf" srcId="{A66480AC-C0DE-4E5E-9ECD-9AE37E3FCB79}" destId="{FF84718F-EA39-4369-B4A4-D703E003198A}" srcOrd="0" destOrd="0" presId="urn:microsoft.com/office/officeart/2005/8/layout/default"/>
    <dgm:cxn modelId="{E42F6DC5-0621-4846-BE35-38024464F1D9}" srcId="{A66480AC-C0DE-4E5E-9ECD-9AE37E3FCB79}" destId="{77AB1ED2-DED5-41CC-A781-A033789B400C}" srcOrd="4" destOrd="0" parTransId="{49A495AC-1650-407E-ABDE-BAFB88FE6E1C}" sibTransId="{CAF04297-AF1A-4D19-B9B7-D5183167846D}"/>
    <dgm:cxn modelId="{4F61E6DD-990F-41A7-B91A-F84FCBAD1EA5}" type="presOf" srcId="{77AB1ED2-DED5-41CC-A781-A033789B400C}" destId="{8BF98265-792D-4993-BC0C-F691694B4406}" srcOrd="0" destOrd="0" presId="urn:microsoft.com/office/officeart/2005/8/layout/default"/>
    <dgm:cxn modelId="{2A4A4AE6-1FD0-42CF-BB67-1EEE4116E222}" srcId="{A66480AC-C0DE-4E5E-9ECD-9AE37E3FCB79}" destId="{04DEB2A2-A5C2-4251-8AF5-1B7419BA12F0}" srcOrd="1" destOrd="0" parTransId="{053761ED-B1ED-46F1-A16B-4229593E5ABE}" sibTransId="{84D4EA7E-E232-46EA-8AA1-429FEC84CA78}"/>
    <dgm:cxn modelId="{3AE6F4E8-47A6-40AD-BF5A-1FD7865CEF2E}" type="presOf" srcId="{557E35FD-CFE1-42A3-B5D9-B14A4F44A325}" destId="{2F1C7B62-C5F5-4D07-88A3-AED81AEAEF1A}" srcOrd="0" destOrd="0" presId="urn:microsoft.com/office/officeart/2005/8/layout/default"/>
    <dgm:cxn modelId="{C1C7020B-F785-463B-812D-870E5377BC82}" type="presParOf" srcId="{FF84718F-EA39-4369-B4A4-D703E003198A}" destId="{8E90B088-67E8-4D3A-BE87-1564107C8273}" srcOrd="0" destOrd="0" presId="urn:microsoft.com/office/officeart/2005/8/layout/default"/>
    <dgm:cxn modelId="{7F818D58-29A4-495B-B26D-A3866FD14030}" type="presParOf" srcId="{FF84718F-EA39-4369-B4A4-D703E003198A}" destId="{5B973BDB-26DA-438A-8658-B9133F8C118D}" srcOrd="1" destOrd="0" presId="urn:microsoft.com/office/officeart/2005/8/layout/default"/>
    <dgm:cxn modelId="{E535049B-74D7-4587-AA0B-CE565E5A104A}" type="presParOf" srcId="{FF84718F-EA39-4369-B4A4-D703E003198A}" destId="{22C4F27B-77A0-44F1-A697-38626C22CA73}" srcOrd="2" destOrd="0" presId="urn:microsoft.com/office/officeart/2005/8/layout/default"/>
    <dgm:cxn modelId="{D5433190-5CEA-4796-A349-6DE280D23B66}" type="presParOf" srcId="{FF84718F-EA39-4369-B4A4-D703E003198A}" destId="{4C376F59-78D2-423C-B942-87D7DDD4CD3D}" srcOrd="3" destOrd="0" presId="urn:microsoft.com/office/officeart/2005/8/layout/default"/>
    <dgm:cxn modelId="{5800333C-9872-43D5-B236-973715DF7547}" type="presParOf" srcId="{FF84718F-EA39-4369-B4A4-D703E003198A}" destId="{57761512-F6D9-4523-B12E-6B86A5D97594}" srcOrd="4" destOrd="0" presId="urn:microsoft.com/office/officeart/2005/8/layout/default"/>
    <dgm:cxn modelId="{F154783F-8360-4398-B1C4-A7FBBBE873EA}" type="presParOf" srcId="{FF84718F-EA39-4369-B4A4-D703E003198A}" destId="{15BDD616-DC73-485C-86F7-1B4CCAB46D06}" srcOrd="5" destOrd="0" presId="urn:microsoft.com/office/officeart/2005/8/layout/default"/>
    <dgm:cxn modelId="{756DDA3F-3B1A-4490-9D41-C0B2A6853C28}" type="presParOf" srcId="{FF84718F-EA39-4369-B4A4-D703E003198A}" destId="{2F1C7B62-C5F5-4D07-88A3-AED81AEAEF1A}" srcOrd="6" destOrd="0" presId="urn:microsoft.com/office/officeart/2005/8/layout/default"/>
    <dgm:cxn modelId="{EAB15A0C-3854-44AD-B0A7-F96C780AD9AE}" type="presParOf" srcId="{FF84718F-EA39-4369-B4A4-D703E003198A}" destId="{B486A2F2-9A39-431F-8834-9851922FE280}" srcOrd="7" destOrd="0" presId="urn:microsoft.com/office/officeart/2005/8/layout/default"/>
    <dgm:cxn modelId="{39727948-F044-4F7A-94ED-26F306357AE8}" type="presParOf" srcId="{FF84718F-EA39-4369-B4A4-D703E003198A}" destId="{8BF98265-792D-4993-BC0C-F691694B440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16CB32A-90A3-4939-9B12-57BD41B7673C}" type="doc">
      <dgm:prSet loTypeId="urn:microsoft.com/office/officeart/2024/layout/NumberedLinearArrowProcess#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126558F-CF4E-41C4-84DB-9BD8701604DB}">
      <dgm:prSet phldrT="[Text]" custT="1"/>
      <dgm:spPr/>
      <dgm:t>
        <a:bodyPr/>
        <a:lstStyle/>
        <a:p>
          <a:pPr>
            <a:buNone/>
          </a:pPr>
          <a:r>
            <a:rPr lang="en-US" sz="2000" b="1" dirty="0">
              <a:latin typeface="+mj-lt"/>
            </a:rPr>
            <a:t>Choose a Level</a:t>
          </a:r>
        </a:p>
        <a:p>
          <a:pPr>
            <a:buNone/>
          </a:pPr>
          <a:br>
            <a:rPr lang="en-US" sz="1600" dirty="0">
              <a:latin typeface="+mj-lt"/>
            </a:rPr>
          </a:br>
          <a:r>
            <a:rPr lang="en-US" sz="1400" dirty="0">
              <a:latin typeface="+mj-lt"/>
            </a:rPr>
            <a:t>Pick Easy, Medium, or Hard to generate a new puzzle.</a:t>
          </a:r>
        </a:p>
      </dgm:t>
    </dgm:pt>
    <dgm:pt modelId="{42A5D55B-E934-4B31-B8BC-D1620792CA62}" type="parTrans" cxnId="{C0825E21-BB35-4BB8-A45C-EC1E38A25289}">
      <dgm:prSet/>
      <dgm:spPr/>
      <dgm:t>
        <a:bodyPr/>
        <a:lstStyle/>
        <a:p>
          <a:endParaRPr lang="en-US"/>
        </a:p>
      </dgm:t>
    </dgm:pt>
    <dgm:pt modelId="{C073F87D-4CFC-47ED-B5F5-D724D726AF56}" type="sibTrans" cxnId="{C0825E21-BB35-4BB8-A45C-EC1E38A25289}">
      <dgm:prSet phldrT="1" phldr="0"/>
      <dgm:spPr/>
      <dgm:t>
        <a:bodyPr/>
        <a:lstStyle/>
        <a:p>
          <a:r>
            <a:t>1</a:t>
          </a:r>
        </a:p>
      </dgm:t>
    </dgm:pt>
    <dgm:pt modelId="{BBF81637-D01D-47D1-82B6-7A154E0128DF}">
      <dgm:prSet phldrT="[Text]" custT="1"/>
      <dgm:spPr/>
      <dgm:t>
        <a:bodyPr/>
        <a:lstStyle/>
        <a:p>
          <a:pPr>
            <a:buNone/>
          </a:pPr>
          <a:r>
            <a:rPr lang="en-US" sz="1800" b="1" dirty="0">
              <a:latin typeface="+mj-lt"/>
            </a:rPr>
            <a:t>Select Cell &amp; Enter Number</a:t>
          </a:r>
        </a:p>
        <a:p>
          <a:pPr>
            <a:buNone/>
          </a:pPr>
          <a:br>
            <a:rPr lang="en-US" sz="2000" dirty="0"/>
          </a:br>
          <a:r>
            <a:rPr lang="en-US" sz="1400" dirty="0">
              <a:latin typeface="+mj-lt"/>
            </a:rPr>
            <a:t>Select a cell, enter 1-9; timer starts on first move</a:t>
          </a:r>
        </a:p>
      </dgm:t>
    </dgm:pt>
    <dgm:pt modelId="{CABE03C0-E0D3-4408-A124-045C79FE350C}" type="parTrans" cxnId="{8B47BEDD-543B-4134-AE19-C7E8F5C51CCC}">
      <dgm:prSet/>
      <dgm:spPr/>
      <dgm:t>
        <a:bodyPr/>
        <a:lstStyle/>
        <a:p>
          <a:endParaRPr lang="en-US"/>
        </a:p>
      </dgm:t>
    </dgm:pt>
    <dgm:pt modelId="{2223C07C-4094-46D0-9669-47977A57E106}" type="sibTrans" cxnId="{8B47BEDD-543B-4134-AE19-C7E8F5C51CCC}">
      <dgm:prSet phldrT="2" phldr="0"/>
      <dgm:spPr/>
      <dgm:t>
        <a:bodyPr/>
        <a:lstStyle/>
        <a:p>
          <a:r>
            <a:t>2</a:t>
          </a:r>
        </a:p>
      </dgm:t>
    </dgm:pt>
    <dgm:pt modelId="{308AF8A8-2DEF-4A8A-9969-63DAC97B413F}">
      <dgm:prSet phldrT="[Text]" custT="1"/>
      <dgm:spPr/>
      <dgm:t>
        <a:bodyPr/>
        <a:lstStyle/>
        <a:p>
          <a:pPr>
            <a:buNone/>
          </a:pPr>
          <a:r>
            <a:rPr lang="en-US" sz="1700" b="1" dirty="0">
              <a:latin typeface="+mj-lt"/>
            </a:rPr>
            <a:t>Get Instant Result</a:t>
          </a:r>
        </a:p>
        <a:p>
          <a:pPr>
            <a:buNone/>
          </a:pPr>
          <a:br>
            <a:rPr lang="en-US" sz="1700" dirty="0"/>
          </a:br>
          <a:r>
            <a:rPr lang="en-US" sz="1600" dirty="0">
              <a:latin typeface="+mj-lt"/>
            </a:rPr>
            <a:t>Green means correct, red flags a mistake</a:t>
          </a:r>
          <a:r>
            <a:rPr lang="en-US" sz="1700" dirty="0"/>
            <a:t>.</a:t>
          </a:r>
        </a:p>
      </dgm:t>
    </dgm:pt>
    <dgm:pt modelId="{3ADDB313-6D9B-4C06-A019-C1755812BE0F}" type="parTrans" cxnId="{FA1182C9-E529-4E08-80E1-E4D5E136ABB2}">
      <dgm:prSet/>
      <dgm:spPr/>
      <dgm:t>
        <a:bodyPr/>
        <a:lstStyle/>
        <a:p>
          <a:endParaRPr lang="en-US"/>
        </a:p>
      </dgm:t>
    </dgm:pt>
    <dgm:pt modelId="{3AC8C86A-2367-4452-A424-ABB1ACB0609E}" type="sibTrans" cxnId="{FA1182C9-E529-4E08-80E1-E4D5E136ABB2}">
      <dgm:prSet phldrT="3" phldr="0"/>
      <dgm:spPr/>
      <dgm:t>
        <a:bodyPr/>
        <a:lstStyle/>
        <a:p>
          <a:r>
            <a:t>3</a:t>
          </a:r>
        </a:p>
      </dgm:t>
    </dgm:pt>
    <dgm:pt modelId="{2740891F-8488-4367-B42F-382FCB651F80}">
      <dgm:prSet phldrT="[Text]" custT="1"/>
      <dgm:spPr/>
      <dgm:t>
        <a:bodyPr/>
        <a:lstStyle/>
        <a:p>
          <a:pPr algn="ctr">
            <a:buNone/>
          </a:pPr>
          <a:r>
            <a:rPr lang="en-US" sz="1700" b="1" dirty="0">
              <a:latin typeface="+mj-lt"/>
            </a:rPr>
            <a:t>Fix or Get Help</a:t>
          </a:r>
        </a:p>
        <a:p>
          <a:pPr algn="ctr">
            <a:buNone/>
          </a:pPr>
          <a:endParaRPr lang="en-US" sz="1700" dirty="0"/>
        </a:p>
        <a:p>
          <a:pPr algn="ctr">
            <a:buNone/>
          </a:pPr>
          <a:br>
            <a:rPr lang="en-US" sz="1700" dirty="0"/>
          </a:br>
          <a:r>
            <a:rPr lang="en-US" sz="1600" dirty="0"/>
            <a:t>Erase, undo, or use AI hint  auto-triggered after two mistakes.</a:t>
          </a:r>
        </a:p>
      </dgm:t>
    </dgm:pt>
    <dgm:pt modelId="{652890D6-E5B9-4773-A815-A2F9E375CA17}" type="parTrans" cxnId="{E8FF2427-BA26-49AE-96E6-A97C5277DFBB}">
      <dgm:prSet/>
      <dgm:spPr/>
      <dgm:t>
        <a:bodyPr/>
        <a:lstStyle/>
        <a:p>
          <a:endParaRPr lang="en-US"/>
        </a:p>
      </dgm:t>
    </dgm:pt>
    <dgm:pt modelId="{6FD5F336-47F1-4747-8532-3589D5C670A5}" type="sibTrans" cxnId="{E8FF2427-BA26-49AE-96E6-A97C5277DFBB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A7C3BA45-22EE-4C82-BA4B-DB5520870347}">
      <dgm:prSet phldrT="[Text]" custT="1"/>
      <dgm:spPr/>
      <dgm:t>
        <a:bodyPr/>
        <a:lstStyle/>
        <a:p>
          <a:pPr>
            <a:buNone/>
          </a:pPr>
          <a:r>
            <a:rPr lang="en-US" sz="1800" b="1" dirty="0">
              <a:latin typeface="+mj-lt"/>
            </a:rPr>
            <a:t>Finish or Time Out</a:t>
          </a:r>
        </a:p>
        <a:p>
          <a:pPr>
            <a:buNone/>
          </a:pPr>
          <a:br>
            <a:rPr lang="en-US" sz="1800" dirty="0"/>
          </a:br>
          <a:r>
            <a:rPr lang="en-US" sz="1400" dirty="0">
              <a:latin typeface="+mj-lt"/>
            </a:rPr>
            <a:t>Finish shows your score; timeout starts a new puzzle</a:t>
          </a:r>
          <a:r>
            <a:rPr lang="en-US" sz="1800" dirty="0"/>
            <a:t>.</a:t>
          </a:r>
        </a:p>
      </dgm:t>
    </dgm:pt>
    <dgm:pt modelId="{A2FDC56B-4735-4DE2-8A5C-EE8149CDA35C}" type="parTrans" cxnId="{F39677D7-539E-4B5E-8130-3FB1624AF1F6}">
      <dgm:prSet/>
      <dgm:spPr/>
      <dgm:t>
        <a:bodyPr/>
        <a:lstStyle/>
        <a:p>
          <a:endParaRPr lang="en-US"/>
        </a:p>
      </dgm:t>
    </dgm:pt>
    <dgm:pt modelId="{531D8471-F8C7-4766-8DE0-F886A70C75E5}" type="sibTrans" cxnId="{F39677D7-539E-4B5E-8130-3FB1624AF1F6}">
      <dgm:prSet phldrT="5" phldr="0"/>
      <dgm:spPr/>
      <dgm:t>
        <a:bodyPr/>
        <a:lstStyle/>
        <a:p>
          <a:r>
            <a:rPr lang="en-US"/>
            <a:t>5</a:t>
          </a:r>
        </a:p>
      </dgm:t>
    </dgm:pt>
    <dgm:pt modelId="{56D64220-495C-45BA-98F6-86FD4A8C2F24}" type="pres">
      <dgm:prSet presAssocID="{716CB32A-90A3-4939-9B12-57BD41B7673C}" presName="linearFlow" presStyleCnt="0">
        <dgm:presLayoutVars>
          <dgm:dir/>
          <dgm:animLvl val="lvl"/>
          <dgm:resizeHandles val="exact"/>
        </dgm:presLayoutVars>
      </dgm:prSet>
      <dgm:spPr/>
    </dgm:pt>
    <dgm:pt modelId="{3E7B306B-C7FF-4CD5-BBF1-E8221DA74FFB}" type="pres">
      <dgm:prSet presAssocID="{8126558F-CF4E-41C4-84DB-9BD8701604DB}" presName="compositeNode" presStyleCnt="0"/>
      <dgm:spPr/>
    </dgm:pt>
    <dgm:pt modelId="{3F4D405D-9853-4540-8572-3265C7F4CBF9}" type="pres">
      <dgm:prSet presAssocID="{8126558F-CF4E-41C4-84DB-9BD8701604DB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A65F5D15-A7EA-4AB7-8422-A8D038A9BE9D}" type="pres">
      <dgm:prSet presAssocID="{8126558F-CF4E-41C4-84DB-9BD8701604DB}" presName="parSh" presStyleCnt="0"/>
      <dgm:spPr/>
    </dgm:pt>
    <dgm:pt modelId="{2CC6B26C-D96F-42DD-9D8D-33C35BC55A9D}" type="pres">
      <dgm:prSet presAssocID="{8126558F-CF4E-41C4-84DB-9BD8701604DB}" presName="lineNode" presStyleLbl="alignNode1" presStyleIdx="0" presStyleCnt="15"/>
      <dgm:spPr/>
    </dgm:pt>
    <dgm:pt modelId="{72607216-C764-4C87-8508-A757D52623C5}" type="pres">
      <dgm:prSet presAssocID="{8126558F-CF4E-41C4-84DB-9BD8701604DB}" presName="lineArrowNode" presStyleLbl="alignNode1" presStyleIdx="1" presStyleCnt="15"/>
      <dgm:spPr/>
    </dgm:pt>
    <dgm:pt modelId="{94BC7955-B38A-4903-8E38-F06A0D21C078}" type="pres">
      <dgm:prSet presAssocID="{C073F87D-4CFC-47ED-B5F5-D724D726AF56}" presName="sibTransNodeCircle" presStyleLbl="alignNode1" presStyleIdx="2" presStyleCnt="15">
        <dgm:presLayoutVars>
          <dgm:chMax val="0"/>
          <dgm:bulletEnabled/>
        </dgm:presLayoutVars>
      </dgm:prSet>
      <dgm:spPr/>
    </dgm:pt>
    <dgm:pt modelId="{B76C3768-5F21-41C2-959B-5EA756A1AE8F}" type="pres">
      <dgm:prSet presAssocID="{C073F87D-4CFC-47ED-B5F5-D724D726AF56}" presName="spacerBetweenCircleAndCallout" presStyleCnt="0">
        <dgm:presLayoutVars/>
      </dgm:prSet>
      <dgm:spPr/>
    </dgm:pt>
    <dgm:pt modelId="{C86A88BA-66D2-4D8D-88F5-2D307C2C2A53}" type="pres">
      <dgm:prSet presAssocID="{C073F87D-4CFC-47ED-B5F5-D724D726AF56}" presName="verticalConnector" presStyleLbl="alignAccFollowNode1" presStyleIdx="0" presStyleCnt="5"/>
      <dgm:spPr/>
    </dgm:pt>
    <dgm:pt modelId="{AB4955A8-470B-4E5F-8F97-5EFE10E1B885}" type="pres">
      <dgm:prSet presAssocID="{8126558F-CF4E-41C4-84DB-9BD8701604DB}" presName="nodeText" presStyleLbl="fgAcc1" presStyleIdx="0" presStyleCnt="5" custLinFactNeighborY="-1577">
        <dgm:presLayoutVars>
          <dgm:bulletEnabled val="1"/>
        </dgm:presLayoutVars>
      </dgm:prSet>
      <dgm:spPr/>
    </dgm:pt>
    <dgm:pt modelId="{7C7176BB-89DB-4EB9-AE8B-271B4F971C15}" type="pres">
      <dgm:prSet presAssocID="{C073F87D-4CFC-47ED-B5F5-D724D726AF56}" presName="sibTransComposite" presStyleCnt="0"/>
      <dgm:spPr/>
    </dgm:pt>
    <dgm:pt modelId="{1D94E90B-40E7-46D5-A3E9-3FCA3C370E4C}" type="pres">
      <dgm:prSet presAssocID="{BBF81637-D01D-47D1-82B6-7A154E0128DF}" presName="compositeNode" presStyleCnt="0"/>
      <dgm:spPr/>
    </dgm:pt>
    <dgm:pt modelId="{6FB449C3-E425-402D-8E9E-B8EE5894E08C}" type="pres">
      <dgm:prSet presAssocID="{BBF81637-D01D-47D1-82B6-7A154E0128D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58C0347C-CBC4-45E7-8F3E-D65B8E095F0C}" type="pres">
      <dgm:prSet presAssocID="{BBF81637-D01D-47D1-82B6-7A154E0128DF}" presName="parSh" presStyleCnt="0"/>
      <dgm:spPr/>
    </dgm:pt>
    <dgm:pt modelId="{B0AD8DDC-2B94-46DC-912A-887610687D08}" type="pres">
      <dgm:prSet presAssocID="{BBF81637-D01D-47D1-82B6-7A154E0128DF}" presName="lineNode" presStyleLbl="alignNode1" presStyleIdx="3" presStyleCnt="15"/>
      <dgm:spPr/>
    </dgm:pt>
    <dgm:pt modelId="{10EA258E-3E99-4282-9067-1E42E20BD997}" type="pres">
      <dgm:prSet presAssocID="{BBF81637-D01D-47D1-82B6-7A154E0128DF}" presName="lineArrowNode" presStyleLbl="alignNode1" presStyleIdx="4" presStyleCnt="15"/>
      <dgm:spPr/>
    </dgm:pt>
    <dgm:pt modelId="{89C7325D-2104-4906-8084-D8B8F5F55DCC}" type="pres">
      <dgm:prSet presAssocID="{2223C07C-4094-46D0-9669-47977A57E106}" presName="sibTransNodeCircle" presStyleLbl="alignNode1" presStyleIdx="5" presStyleCnt="15">
        <dgm:presLayoutVars>
          <dgm:chMax val="0"/>
          <dgm:bulletEnabled/>
        </dgm:presLayoutVars>
      </dgm:prSet>
      <dgm:spPr/>
    </dgm:pt>
    <dgm:pt modelId="{612870B9-572E-4475-B3D8-041A3E5D9274}" type="pres">
      <dgm:prSet presAssocID="{2223C07C-4094-46D0-9669-47977A57E106}" presName="spacerBetweenCircleAndCallout" presStyleCnt="0">
        <dgm:presLayoutVars/>
      </dgm:prSet>
      <dgm:spPr/>
    </dgm:pt>
    <dgm:pt modelId="{1A1554EA-1158-43B0-9C27-A95BEB21B23A}" type="pres">
      <dgm:prSet presAssocID="{2223C07C-4094-46D0-9669-47977A57E106}" presName="verticalConnector" presStyleLbl="alignAccFollowNode1" presStyleIdx="1" presStyleCnt="5"/>
      <dgm:spPr/>
    </dgm:pt>
    <dgm:pt modelId="{5EB5581F-7E41-4C9E-8AF7-F2D185275ADE}" type="pres">
      <dgm:prSet presAssocID="{BBF81637-D01D-47D1-82B6-7A154E0128DF}" presName="nodeText" presStyleLbl="fgAcc1" presStyleIdx="1" presStyleCnt="5">
        <dgm:presLayoutVars>
          <dgm:bulletEnabled val="1"/>
        </dgm:presLayoutVars>
      </dgm:prSet>
      <dgm:spPr/>
    </dgm:pt>
    <dgm:pt modelId="{85F32EB2-BABE-452F-88AE-4D24D42DE53E}" type="pres">
      <dgm:prSet presAssocID="{2223C07C-4094-46D0-9669-47977A57E106}" presName="sibTransComposite" presStyleCnt="0"/>
      <dgm:spPr/>
    </dgm:pt>
    <dgm:pt modelId="{9861C4EF-0003-4776-B7F6-596BA4086045}" type="pres">
      <dgm:prSet presAssocID="{308AF8A8-2DEF-4A8A-9969-63DAC97B413F}" presName="compositeNode" presStyleCnt="0"/>
      <dgm:spPr/>
    </dgm:pt>
    <dgm:pt modelId="{82614B66-54A7-4293-9B9B-363AB322A5A5}" type="pres">
      <dgm:prSet presAssocID="{308AF8A8-2DEF-4A8A-9969-63DAC97B413F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0EAC907A-2D0E-44B7-A657-B46663670715}" type="pres">
      <dgm:prSet presAssocID="{308AF8A8-2DEF-4A8A-9969-63DAC97B413F}" presName="parSh" presStyleCnt="0"/>
      <dgm:spPr/>
    </dgm:pt>
    <dgm:pt modelId="{20DD4AE0-76B6-4D23-A616-9BB50210E1FF}" type="pres">
      <dgm:prSet presAssocID="{308AF8A8-2DEF-4A8A-9969-63DAC97B413F}" presName="lineNode" presStyleLbl="alignNode1" presStyleIdx="6" presStyleCnt="15"/>
      <dgm:spPr/>
    </dgm:pt>
    <dgm:pt modelId="{7A0DF88F-1818-4F09-9057-0B09FAD7EFF9}" type="pres">
      <dgm:prSet presAssocID="{308AF8A8-2DEF-4A8A-9969-63DAC97B413F}" presName="lineArrowNode" presStyleLbl="alignNode1" presStyleIdx="7" presStyleCnt="15"/>
      <dgm:spPr/>
    </dgm:pt>
    <dgm:pt modelId="{DEBC7EE0-404B-48E6-B5D3-6872F78F6692}" type="pres">
      <dgm:prSet presAssocID="{3AC8C86A-2367-4452-A424-ABB1ACB0609E}" presName="sibTransNodeCircle" presStyleLbl="alignNode1" presStyleIdx="8" presStyleCnt="15">
        <dgm:presLayoutVars>
          <dgm:chMax val="0"/>
          <dgm:bulletEnabled/>
        </dgm:presLayoutVars>
      </dgm:prSet>
      <dgm:spPr/>
    </dgm:pt>
    <dgm:pt modelId="{8D54337F-EEDE-4AD0-A9DE-69243FC5C3BB}" type="pres">
      <dgm:prSet presAssocID="{3AC8C86A-2367-4452-A424-ABB1ACB0609E}" presName="spacerBetweenCircleAndCallout" presStyleCnt="0">
        <dgm:presLayoutVars/>
      </dgm:prSet>
      <dgm:spPr/>
    </dgm:pt>
    <dgm:pt modelId="{18D595E3-DE7F-4586-B489-1954F31C1990}" type="pres">
      <dgm:prSet presAssocID="{3AC8C86A-2367-4452-A424-ABB1ACB0609E}" presName="verticalConnector" presStyleLbl="alignAccFollowNode1" presStyleIdx="2" presStyleCnt="5"/>
      <dgm:spPr/>
    </dgm:pt>
    <dgm:pt modelId="{13F6BC21-1BD7-4E16-BCE4-52B67BC02B70}" type="pres">
      <dgm:prSet presAssocID="{308AF8A8-2DEF-4A8A-9969-63DAC97B413F}" presName="nodeText" presStyleLbl="fgAcc1" presStyleIdx="2" presStyleCnt="5">
        <dgm:presLayoutVars>
          <dgm:bulletEnabled val="1"/>
        </dgm:presLayoutVars>
      </dgm:prSet>
      <dgm:spPr/>
    </dgm:pt>
    <dgm:pt modelId="{2C787A23-DB4C-420A-B0A9-2101C5B07F3E}" type="pres">
      <dgm:prSet presAssocID="{3AC8C86A-2367-4452-A424-ABB1ACB0609E}" presName="sibTransComposite" presStyleCnt="0"/>
      <dgm:spPr/>
    </dgm:pt>
    <dgm:pt modelId="{EE3D1DA7-9BC0-4C2C-A24F-210FFCF3BA5B}" type="pres">
      <dgm:prSet presAssocID="{2740891F-8488-4367-B42F-382FCB651F80}" presName="compositeNode" presStyleCnt="0"/>
      <dgm:spPr/>
    </dgm:pt>
    <dgm:pt modelId="{265128E3-D2A3-4863-8BE3-FE3B0216047A}" type="pres">
      <dgm:prSet presAssocID="{2740891F-8488-4367-B42F-382FCB651F80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87853CE6-DE5E-4ACC-B863-47EC1D297C3C}" type="pres">
      <dgm:prSet presAssocID="{2740891F-8488-4367-B42F-382FCB651F80}" presName="parSh" presStyleCnt="0"/>
      <dgm:spPr/>
    </dgm:pt>
    <dgm:pt modelId="{5EE627E2-B07F-4D7E-A7E7-1DC9046A265E}" type="pres">
      <dgm:prSet presAssocID="{2740891F-8488-4367-B42F-382FCB651F80}" presName="lineNode" presStyleLbl="alignNode1" presStyleIdx="9" presStyleCnt="15"/>
      <dgm:spPr/>
    </dgm:pt>
    <dgm:pt modelId="{C0818B36-F37E-4D4C-9538-013652C5E13E}" type="pres">
      <dgm:prSet presAssocID="{2740891F-8488-4367-B42F-382FCB651F80}" presName="lineArrowNode" presStyleLbl="alignNode1" presStyleIdx="10" presStyleCnt="15"/>
      <dgm:spPr/>
    </dgm:pt>
    <dgm:pt modelId="{D453536E-1D8F-44D7-A079-50F968F26E08}" type="pres">
      <dgm:prSet presAssocID="{6FD5F336-47F1-4747-8532-3589D5C670A5}" presName="sibTransNodeCircle" presStyleLbl="alignNode1" presStyleIdx="11" presStyleCnt="15">
        <dgm:presLayoutVars>
          <dgm:chMax val="0"/>
          <dgm:bulletEnabled/>
        </dgm:presLayoutVars>
      </dgm:prSet>
      <dgm:spPr/>
    </dgm:pt>
    <dgm:pt modelId="{E3F80852-8A01-4278-8606-46C5CF12477D}" type="pres">
      <dgm:prSet presAssocID="{6FD5F336-47F1-4747-8532-3589D5C670A5}" presName="spacerBetweenCircleAndCallout" presStyleCnt="0">
        <dgm:presLayoutVars/>
      </dgm:prSet>
      <dgm:spPr/>
    </dgm:pt>
    <dgm:pt modelId="{01784D83-0FBD-479D-96CF-CC04A03A7A6E}" type="pres">
      <dgm:prSet presAssocID="{6FD5F336-47F1-4747-8532-3589D5C670A5}" presName="verticalConnector" presStyleLbl="alignAccFollowNode1" presStyleIdx="3" presStyleCnt="5"/>
      <dgm:spPr/>
    </dgm:pt>
    <dgm:pt modelId="{7253D6A6-1A01-4E76-A694-4A18C1CABBB7}" type="pres">
      <dgm:prSet presAssocID="{2740891F-8488-4367-B42F-382FCB651F80}" presName="nodeText" presStyleLbl="fgAcc1" presStyleIdx="3" presStyleCnt="5">
        <dgm:presLayoutVars>
          <dgm:bulletEnabled val="1"/>
        </dgm:presLayoutVars>
      </dgm:prSet>
      <dgm:spPr/>
    </dgm:pt>
    <dgm:pt modelId="{2C4846F9-57CB-4F5B-89D7-918C76597121}" type="pres">
      <dgm:prSet presAssocID="{6FD5F336-47F1-4747-8532-3589D5C670A5}" presName="sibTransComposite" presStyleCnt="0"/>
      <dgm:spPr/>
    </dgm:pt>
    <dgm:pt modelId="{68DAE7A8-BB62-4216-9DD8-E84A1F09AA3A}" type="pres">
      <dgm:prSet presAssocID="{A7C3BA45-22EE-4C82-BA4B-DB5520870347}" presName="compositeNode" presStyleCnt="0"/>
      <dgm:spPr/>
    </dgm:pt>
    <dgm:pt modelId="{3E813A87-18DF-485B-B03D-B1852A018DC1}" type="pres">
      <dgm:prSet presAssocID="{A7C3BA45-22EE-4C82-BA4B-DB5520870347}" presName="parTx" presStyleLbl="node1" presStyleIdx="0" presStyleCnt="0">
        <dgm:presLayoutVars>
          <dgm:chMax val="0"/>
          <dgm:chPref val="0"/>
          <dgm:bulletEnabled val="1"/>
        </dgm:presLayoutVars>
      </dgm:prSet>
      <dgm:spPr/>
    </dgm:pt>
    <dgm:pt modelId="{114B8F91-8DD7-40FB-8AD5-ED5839AB858D}" type="pres">
      <dgm:prSet presAssocID="{A7C3BA45-22EE-4C82-BA4B-DB5520870347}" presName="parSh" presStyleCnt="0"/>
      <dgm:spPr/>
    </dgm:pt>
    <dgm:pt modelId="{4ACAD5C3-C70A-4902-8ACD-0C2F266A4616}" type="pres">
      <dgm:prSet presAssocID="{A7C3BA45-22EE-4C82-BA4B-DB5520870347}" presName="lineNode" presStyleLbl="alignNode1" presStyleIdx="12" presStyleCnt="15"/>
      <dgm:spPr/>
    </dgm:pt>
    <dgm:pt modelId="{13A99D85-EEAB-4FE1-8691-51668DB0A290}" type="pres">
      <dgm:prSet presAssocID="{A7C3BA45-22EE-4C82-BA4B-DB5520870347}" presName="lineArrowNode" presStyleLbl="alignNode1" presStyleIdx="13" presStyleCnt="15"/>
      <dgm:spPr/>
    </dgm:pt>
    <dgm:pt modelId="{D644F4E2-D3E0-4482-B668-485E2AF68620}" type="pres">
      <dgm:prSet presAssocID="{531D8471-F8C7-4766-8DE0-F886A70C75E5}" presName="sibTransNodeCircle" presStyleLbl="alignNode1" presStyleIdx="14" presStyleCnt="15">
        <dgm:presLayoutVars>
          <dgm:chMax val="0"/>
          <dgm:bulletEnabled/>
        </dgm:presLayoutVars>
      </dgm:prSet>
      <dgm:spPr/>
    </dgm:pt>
    <dgm:pt modelId="{C29E6408-6E4C-4AD7-8398-BE74FA95EA70}" type="pres">
      <dgm:prSet presAssocID="{531D8471-F8C7-4766-8DE0-F886A70C75E5}" presName="spacerBetweenCircleAndCallout" presStyleCnt="0">
        <dgm:presLayoutVars/>
      </dgm:prSet>
      <dgm:spPr/>
    </dgm:pt>
    <dgm:pt modelId="{D6FBA934-C114-4178-A6E3-F21C32E926CA}" type="pres">
      <dgm:prSet presAssocID="{531D8471-F8C7-4766-8DE0-F886A70C75E5}" presName="verticalConnector" presStyleLbl="alignAccFollowNode1" presStyleIdx="4" presStyleCnt="5"/>
      <dgm:spPr/>
    </dgm:pt>
    <dgm:pt modelId="{F993C889-0DE8-4A69-AC47-809B0B5ACC22}" type="pres">
      <dgm:prSet presAssocID="{A7C3BA45-22EE-4C82-BA4B-DB5520870347}" presName="nodeText" presStyleLbl="fgAcc1" presStyleIdx="4" presStyleCnt="5">
        <dgm:presLayoutVars>
          <dgm:bulletEnabled val="1"/>
        </dgm:presLayoutVars>
      </dgm:prSet>
      <dgm:spPr/>
    </dgm:pt>
  </dgm:ptLst>
  <dgm:cxnLst>
    <dgm:cxn modelId="{D1DD3302-CE52-4355-A862-4FE076FAE3C5}" type="presOf" srcId="{716CB32A-90A3-4939-9B12-57BD41B7673C}" destId="{56D64220-495C-45BA-98F6-86FD4A8C2F24}" srcOrd="0" destOrd="0" presId="urn:microsoft.com/office/officeart/2024/layout/NumberedLinearArrowProcess#1"/>
    <dgm:cxn modelId="{15175413-255D-4D38-BCCB-98839D14C1F7}" type="presOf" srcId="{2740891F-8488-4367-B42F-382FCB651F80}" destId="{7253D6A6-1A01-4E76-A694-4A18C1CABBB7}" srcOrd="1" destOrd="0" presId="urn:microsoft.com/office/officeart/2024/layout/NumberedLinearArrowProcess#1"/>
    <dgm:cxn modelId="{0907F41D-4880-4422-A3AD-2D6F1EF17EEF}" type="presOf" srcId="{8126558F-CF4E-41C4-84DB-9BD8701604DB}" destId="{72607216-C764-4C87-8508-A757D52623C5}" srcOrd="0" destOrd="0" presId="urn:microsoft.com/office/officeart/2024/layout/NumberedLinearArrowProcess#1"/>
    <dgm:cxn modelId="{C0825E21-BB35-4BB8-A45C-EC1E38A25289}" srcId="{716CB32A-90A3-4939-9B12-57BD41B7673C}" destId="{8126558F-CF4E-41C4-84DB-9BD8701604DB}" srcOrd="0" destOrd="0" parTransId="{42A5D55B-E934-4B31-B8BC-D1620792CA62}" sibTransId="{C073F87D-4CFC-47ED-B5F5-D724D726AF56}"/>
    <dgm:cxn modelId="{3185F122-2941-4B4F-9225-CC049E289719}" type="presOf" srcId="{8126558F-CF4E-41C4-84DB-9BD8701604DB}" destId="{AB4955A8-470B-4E5F-8F97-5EFE10E1B885}" srcOrd="1" destOrd="0" presId="urn:microsoft.com/office/officeart/2024/layout/NumberedLinearArrowProcess#1"/>
    <dgm:cxn modelId="{7865B624-43B5-4007-BD39-97E0A65BC7D1}" type="presOf" srcId="{2223C07C-4094-46D0-9669-47977A57E106}" destId="{89C7325D-2104-4906-8084-D8B8F5F55DCC}" srcOrd="0" destOrd="0" presId="urn:microsoft.com/office/officeart/2024/layout/NumberedLinearArrowProcess#1"/>
    <dgm:cxn modelId="{E8FF2427-BA26-49AE-96E6-A97C5277DFBB}" srcId="{716CB32A-90A3-4939-9B12-57BD41B7673C}" destId="{2740891F-8488-4367-B42F-382FCB651F80}" srcOrd="3" destOrd="0" parTransId="{652890D6-E5B9-4773-A815-A2F9E375CA17}" sibTransId="{6FD5F336-47F1-4747-8532-3589D5C670A5}"/>
    <dgm:cxn modelId="{11D07227-93DB-40F9-9E32-AECE61283ED9}" type="presOf" srcId="{3AC8C86A-2367-4452-A424-ABB1ACB0609E}" destId="{DEBC7EE0-404B-48E6-B5D3-6872F78F6692}" srcOrd="0" destOrd="0" presId="urn:microsoft.com/office/officeart/2024/layout/NumberedLinearArrowProcess#1"/>
    <dgm:cxn modelId="{2B79362F-4D2A-45BE-A57B-2F6B2ACC95E8}" type="presOf" srcId="{BBF81637-D01D-47D1-82B6-7A154E0128DF}" destId="{10EA258E-3E99-4282-9067-1E42E20BD997}" srcOrd="0" destOrd="0" presId="urn:microsoft.com/office/officeart/2024/layout/NumberedLinearArrowProcess#1"/>
    <dgm:cxn modelId="{90641841-17D6-4B16-BEC6-8A1CEAF269D6}" type="presOf" srcId="{6FD5F336-47F1-4747-8532-3589D5C670A5}" destId="{D453536E-1D8F-44D7-A079-50F968F26E08}" srcOrd="0" destOrd="0" presId="urn:microsoft.com/office/officeart/2024/layout/NumberedLinearArrowProcess#1"/>
    <dgm:cxn modelId="{8E5EDF7E-FDEB-4B6A-9EF1-1ABF45C1B766}" type="presOf" srcId="{BBF81637-D01D-47D1-82B6-7A154E0128DF}" destId="{5EB5581F-7E41-4C9E-8AF7-F2D185275ADE}" srcOrd="1" destOrd="0" presId="urn:microsoft.com/office/officeart/2024/layout/NumberedLinearArrowProcess#1"/>
    <dgm:cxn modelId="{FF650287-01D0-4DC2-923E-6984CD115C86}" type="presOf" srcId="{308AF8A8-2DEF-4A8A-9969-63DAC97B413F}" destId="{7A0DF88F-1818-4F09-9057-0B09FAD7EFF9}" srcOrd="0" destOrd="0" presId="urn:microsoft.com/office/officeart/2024/layout/NumberedLinearArrowProcess#1"/>
    <dgm:cxn modelId="{B5128DA1-863C-4AC6-A7C6-86747D052191}" type="presOf" srcId="{2740891F-8488-4367-B42F-382FCB651F80}" destId="{C0818B36-F37E-4D4C-9538-013652C5E13E}" srcOrd="0" destOrd="0" presId="urn:microsoft.com/office/officeart/2024/layout/NumberedLinearArrowProcess#1"/>
    <dgm:cxn modelId="{EBA004A6-6E90-4896-9E50-6C4481518232}" type="presOf" srcId="{A7C3BA45-22EE-4C82-BA4B-DB5520870347}" destId="{F993C889-0DE8-4A69-AC47-809B0B5ACC22}" srcOrd="1" destOrd="0" presId="urn:microsoft.com/office/officeart/2024/layout/NumberedLinearArrowProcess#1"/>
    <dgm:cxn modelId="{4C1F0EBF-EC6C-48F1-BEC1-5FDA353818C7}" type="presOf" srcId="{A7C3BA45-22EE-4C82-BA4B-DB5520870347}" destId="{13A99D85-EEAB-4FE1-8691-51668DB0A290}" srcOrd="0" destOrd="0" presId="urn:microsoft.com/office/officeart/2024/layout/NumberedLinearArrowProcess#1"/>
    <dgm:cxn modelId="{47EA6CC0-C74E-4A69-B0E1-FE17DA865BEC}" type="presOf" srcId="{531D8471-F8C7-4766-8DE0-F886A70C75E5}" destId="{D644F4E2-D3E0-4482-B668-485E2AF68620}" srcOrd="0" destOrd="0" presId="urn:microsoft.com/office/officeart/2024/layout/NumberedLinearArrowProcess#1"/>
    <dgm:cxn modelId="{FA1182C9-E529-4E08-80E1-E4D5E136ABB2}" srcId="{716CB32A-90A3-4939-9B12-57BD41B7673C}" destId="{308AF8A8-2DEF-4A8A-9969-63DAC97B413F}" srcOrd="2" destOrd="0" parTransId="{3ADDB313-6D9B-4C06-A019-C1755812BE0F}" sibTransId="{3AC8C86A-2367-4452-A424-ABB1ACB0609E}"/>
    <dgm:cxn modelId="{F39677D7-539E-4B5E-8130-3FB1624AF1F6}" srcId="{716CB32A-90A3-4939-9B12-57BD41B7673C}" destId="{A7C3BA45-22EE-4C82-BA4B-DB5520870347}" srcOrd="4" destOrd="0" parTransId="{A2FDC56B-4735-4DE2-8A5C-EE8149CDA35C}" sibTransId="{531D8471-F8C7-4766-8DE0-F886A70C75E5}"/>
    <dgm:cxn modelId="{8B47BEDD-543B-4134-AE19-C7E8F5C51CCC}" srcId="{716CB32A-90A3-4939-9B12-57BD41B7673C}" destId="{BBF81637-D01D-47D1-82B6-7A154E0128DF}" srcOrd="1" destOrd="0" parTransId="{CABE03C0-E0D3-4408-A124-045C79FE350C}" sibTransId="{2223C07C-4094-46D0-9669-47977A57E106}"/>
    <dgm:cxn modelId="{AE5CEFE1-0677-48B7-A744-0D0B38E3DF5B}" type="presOf" srcId="{308AF8A8-2DEF-4A8A-9969-63DAC97B413F}" destId="{13F6BC21-1BD7-4E16-BCE4-52B67BC02B70}" srcOrd="1" destOrd="0" presId="urn:microsoft.com/office/officeart/2024/layout/NumberedLinearArrowProcess#1"/>
    <dgm:cxn modelId="{02069AFA-0157-4B4B-99CB-08AB185DFE76}" type="presOf" srcId="{C073F87D-4CFC-47ED-B5F5-D724D726AF56}" destId="{94BC7955-B38A-4903-8E38-F06A0D21C078}" srcOrd="0" destOrd="0" presId="urn:microsoft.com/office/officeart/2024/layout/NumberedLinearArrowProcess#1"/>
    <dgm:cxn modelId="{FDEFF14B-BBAF-47DD-8A28-C01D24EE1959}" type="presParOf" srcId="{56D64220-495C-45BA-98F6-86FD4A8C2F24}" destId="{3E7B306B-C7FF-4CD5-BBF1-E8221DA74FFB}" srcOrd="0" destOrd="0" presId="urn:microsoft.com/office/officeart/2024/layout/NumberedLinearArrowProcess#1"/>
    <dgm:cxn modelId="{B029D34B-5213-4ABC-BB0C-C2A2EB5B2C5A}" type="presParOf" srcId="{3E7B306B-C7FF-4CD5-BBF1-E8221DA74FFB}" destId="{3F4D405D-9853-4540-8572-3265C7F4CBF9}" srcOrd="0" destOrd="0" presId="urn:microsoft.com/office/officeart/2024/layout/NumberedLinearArrowProcess#1"/>
    <dgm:cxn modelId="{8E48C1EE-0C53-4BA2-8106-3F9F280A6FBB}" type="presParOf" srcId="{3E7B306B-C7FF-4CD5-BBF1-E8221DA74FFB}" destId="{A65F5D15-A7EA-4AB7-8422-A8D038A9BE9D}" srcOrd="1" destOrd="0" presId="urn:microsoft.com/office/officeart/2024/layout/NumberedLinearArrowProcess#1"/>
    <dgm:cxn modelId="{3A1CD162-9E8F-4A04-80E7-75BEA5D1EB29}" type="presParOf" srcId="{A65F5D15-A7EA-4AB7-8422-A8D038A9BE9D}" destId="{2CC6B26C-D96F-42DD-9D8D-33C35BC55A9D}" srcOrd="0" destOrd="0" presId="urn:microsoft.com/office/officeart/2024/layout/NumberedLinearArrowProcess#1"/>
    <dgm:cxn modelId="{033E56F2-C10C-43FA-9D4E-7F07A0630474}" type="presParOf" srcId="{A65F5D15-A7EA-4AB7-8422-A8D038A9BE9D}" destId="{72607216-C764-4C87-8508-A757D52623C5}" srcOrd="1" destOrd="0" presId="urn:microsoft.com/office/officeart/2024/layout/NumberedLinearArrowProcess#1"/>
    <dgm:cxn modelId="{77657E0D-A37E-4135-BF95-FD3B3F319B3F}" type="presParOf" srcId="{A65F5D15-A7EA-4AB7-8422-A8D038A9BE9D}" destId="{94BC7955-B38A-4903-8E38-F06A0D21C078}" srcOrd="2" destOrd="0" presId="urn:microsoft.com/office/officeart/2024/layout/NumberedLinearArrowProcess#1"/>
    <dgm:cxn modelId="{7B137760-7994-4880-B160-D0A57FF4D85A}" type="presParOf" srcId="{A65F5D15-A7EA-4AB7-8422-A8D038A9BE9D}" destId="{B76C3768-5F21-41C2-959B-5EA756A1AE8F}" srcOrd="3" destOrd="0" presId="urn:microsoft.com/office/officeart/2024/layout/NumberedLinearArrowProcess#1"/>
    <dgm:cxn modelId="{0BFDECCF-BF24-4F35-8C68-5A1C2228FCF3}" type="presParOf" srcId="{A65F5D15-A7EA-4AB7-8422-A8D038A9BE9D}" destId="{C86A88BA-66D2-4D8D-88F5-2D307C2C2A53}" srcOrd="4" destOrd="0" presId="urn:microsoft.com/office/officeart/2024/layout/NumberedLinearArrowProcess#1"/>
    <dgm:cxn modelId="{0F607225-1C97-4D33-8C35-FE5E23B42ED8}" type="presParOf" srcId="{3E7B306B-C7FF-4CD5-BBF1-E8221DA74FFB}" destId="{AB4955A8-470B-4E5F-8F97-5EFE10E1B885}" srcOrd="2" destOrd="0" presId="urn:microsoft.com/office/officeart/2024/layout/NumberedLinearArrowProcess#1"/>
    <dgm:cxn modelId="{118F0EE1-92E1-4471-B664-0670185AF88D}" type="presParOf" srcId="{56D64220-495C-45BA-98F6-86FD4A8C2F24}" destId="{7C7176BB-89DB-4EB9-AE8B-271B4F971C15}" srcOrd="1" destOrd="0" presId="urn:microsoft.com/office/officeart/2024/layout/NumberedLinearArrowProcess#1"/>
    <dgm:cxn modelId="{236BA25C-D847-4CA1-87DF-328DCDCD39E3}" type="presParOf" srcId="{56D64220-495C-45BA-98F6-86FD4A8C2F24}" destId="{1D94E90B-40E7-46D5-A3E9-3FCA3C370E4C}" srcOrd="2" destOrd="0" presId="urn:microsoft.com/office/officeart/2024/layout/NumberedLinearArrowProcess#1"/>
    <dgm:cxn modelId="{F5C7E001-94A9-4467-9CA7-CC482E0AF821}" type="presParOf" srcId="{1D94E90B-40E7-46D5-A3E9-3FCA3C370E4C}" destId="{6FB449C3-E425-402D-8E9E-B8EE5894E08C}" srcOrd="0" destOrd="0" presId="urn:microsoft.com/office/officeart/2024/layout/NumberedLinearArrowProcess#1"/>
    <dgm:cxn modelId="{913EEB29-8953-4F50-A538-B1EF08E9769A}" type="presParOf" srcId="{1D94E90B-40E7-46D5-A3E9-3FCA3C370E4C}" destId="{58C0347C-CBC4-45E7-8F3E-D65B8E095F0C}" srcOrd="1" destOrd="0" presId="urn:microsoft.com/office/officeart/2024/layout/NumberedLinearArrowProcess#1"/>
    <dgm:cxn modelId="{E30F7C26-5DD4-4DEA-9346-D1AA49E8CD4F}" type="presParOf" srcId="{58C0347C-CBC4-45E7-8F3E-D65B8E095F0C}" destId="{B0AD8DDC-2B94-46DC-912A-887610687D08}" srcOrd="0" destOrd="0" presId="urn:microsoft.com/office/officeart/2024/layout/NumberedLinearArrowProcess#1"/>
    <dgm:cxn modelId="{E0B3068D-29DA-434F-A043-5517A6F80BEE}" type="presParOf" srcId="{58C0347C-CBC4-45E7-8F3E-D65B8E095F0C}" destId="{10EA258E-3E99-4282-9067-1E42E20BD997}" srcOrd="1" destOrd="0" presId="urn:microsoft.com/office/officeart/2024/layout/NumberedLinearArrowProcess#1"/>
    <dgm:cxn modelId="{97043567-496C-497D-BE9A-F00F4DF63F4C}" type="presParOf" srcId="{58C0347C-CBC4-45E7-8F3E-D65B8E095F0C}" destId="{89C7325D-2104-4906-8084-D8B8F5F55DCC}" srcOrd="2" destOrd="0" presId="urn:microsoft.com/office/officeart/2024/layout/NumberedLinearArrowProcess#1"/>
    <dgm:cxn modelId="{50B15894-7F50-4D6A-AD13-FC197F0EE58E}" type="presParOf" srcId="{58C0347C-CBC4-45E7-8F3E-D65B8E095F0C}" destId="{612870B9-572E-4475-B3D8-041A3E5D9274}" srcOrd="3" destOrd="0" presId="urn:microsoft.com/office/officeart/2024/layout/NumberedLinearArrowProcess#1"/>
    <dgm:cxn modelId="{5FF3F7F5-FC7B-4444-9757-162338752439}" type="presParOf" srcId="{58C0347C-CBC4-45E7-8F3E-D65B8E095F0C}" destId="{1A1554EA-1158-43B0-9C27-A95BEB21B23A}" srcOrd="4" destOrd="0" presId="urn:microsoft.com/office/officeart/2024/layout/NumberedLinearArrowProcess#1"/>
    <dgm:cxn modelId="{B1D64AD3-BF95-4C41-A037-A01FCD084284}" type="presParOf" srcId="{1D94E90B-40E7-46D5-A3E9-3FCA3C370E4C}" destId="{5EB5581F-7E41-4C9E-8AF7-F2D185275ADE}" srcOrd="2" destOrd="0" presId="urn:microsoft.com/office/officeart/2024/layout/NumberedLinearArrowProcess#1"/>
    <dgm:cxn modelId="{AE8708BD-8CCA-499E-9AFE-0A8F88A9F315}" type="presParOf" srcId="{56D64220-495C-45BA-98F6-86FD4A8C2F24}" destId="{85F32EB2-BABE-452F-88AE-4D24D42DE53E}" srcOrd="3" destOrd="0" presId="urn:microsoft.com/office/officeart/2024/layout/NumberedLinearArrowProcess#1"/>
    <dgm:cxn modelId="{30BBDEFF-62C5-4687-85AA-4137817E45DE}" type="presParOf" srcId="{56D64220-495C-45BA-98F6-86FD4A8C2F24}" destId="{9861C4EF-0003-4776-B7F6-596BA4086045}" srcOrd="4" destOrd="0" presId="urn:microsoft.com/office/officeart/2024/layout/NumberedLinearArrowProcess#1"/>
    <dgm:cxn modelId="{EB47BCC2-DD40-4D3E-A22F-850EA00DBA8B}" type="presParOf" srcId="{9861C4EF-0003-4776-B7F6-596BA4086045}" destId="{82614B66-54A7-4293-9B9B-363AB322A5A5}" srcOrd="0" destOrd="0" presId="urn:microsoft.com/office/officeart/2024/layout/NumberedLinearArrowProcess#1"/>
    <dgm:cxn modelId="{EBBB9033-8EFA-46B0-9D4E-F325E538CDD5}" type="presParOf" srcId="{9861C4EF-0003-4776-B7F6-596BA4086045}" destId="{0EAC907A-2D0E-44B7-A657-B46663670715}" srcOrd="1" destOrd="0" presId="urn:microsoft.com/office/officeart/2024/layout/NumberedLinearArrowProcess#1"/>
    <dgm:cxn modelId="{25A456F4-665B-42F6-832F-467265B8B700}" type="presParOf" srcId="{0EAC907A-2D0E-44B7-A657-B46663670715}" destId="{20DD4AE0-76B6-4D23-A616-9BB50210E1FF}" srcOrd="0" destOrd="0" presId="urn:microsoft.com/office/officeart/2024/layout/NumberedLinearArrowProcess#1"/>
    <dgm:cxn modelId="{6DB55A25-FA30-4374-85FE-0508E606970F}" type="presParOf" srcId="{0EAC907A-2D0E-44B7-A657-B46663670715}" destId="{7A0DF88F-1818-4F09-9057-0B09FAD7EFF9}" srcOrd="1" destOrd="0" presId="urn:microsoft.com/office/officeart/2024/layout/NumberedLinearArrowProcess#1"/>
    <dgm:cxn modelId="{B8514EE5-4F70-4728-88DC-ABD0B8E2F31A}" type="presParOf" srcId="{0EAC907A-2D0E-44B7-A657-B46663670715}" destId="{DEBC7EE0-404B-48E6-B5D3-6872F78F6692}" srcOrd="2" destOrd="0" presId="urn:microsoft.com/office/officeart/2024/layout/NumberedLinearArrowProcess#1"/>
    <dgm:cxn modelId="{AE52AA41-E843-437D-A9E6-A6F8D12A581C}" type="presParOf" srcId="{0EAC907A-2D0E-44B7-A657-B46663670715}" destId="{8D54337F-EEDE-4AD0-A9DE-69243FC5C3BB}" srcOrd="3" destOrd="0" presId="urn:microsoft.com/office/officeart/2024/layout/NumberedLinearArrowProcess#1"/>
    <dgm:cxn modelId="{7805AB90-E588-4427-8EC1-C70B46B656C0}" type="presParOf" srcId="{0EAC907A-2D0E-44B7-A657-B46663670715}" destId="{18D595E3-DE7F-4586-B489-1954F31C1990}" srcOrd="4" destOrd="0" presId="urn:microsoft.com/office/officeart/2024/layout/NumberedLinearArrowProcess#1"/>
    <dgm:cxn modelId="{B731E9C2-4CDE-4B4B-9E91-E4A656599750}" type="presParOf" srcId="{9861C4EF-0003-4776-B7F6-596BA4086045}" destId="{13F6BC21-1BD7-4E16-BCE4-52B67BC02B70}" srcOrd="2" destOrd="0" presId="urn:microsoft.com/office/officeart/2024/layout/NumberedLinearArrowProcess#1"/>
    <dgm:cxn modelId="{0A3BEEE0-529B-4B3C-BA7B-A8BAABDC0C06}" type="presParOf" srcId="{56D64220-495C-45BA-98F6-86FD4A8C2F24}" destId="{2C787A23-DB4C-420A-B0A9-2101C5B07F3E}" srcOrd="5" destOrd="0" presId="urn:microsoft.com/office/officeart/2024/layout/NumberedLinearArrowProcess#1"/>
    <dgm:cxn modelId="{C6D52E46-5CF8-41CC-8ABF-69F45206E2F6}" type="presParOf" srcId="{56D64220-495C-45BA-98F6-86FD4A8C2F24}" destId="{EE3D1DA7-9BC0-4C2C-A24F-210FFCF3BA5B}" srcOrd="6" destOrd="0" presId="urn:microsoft.com/office/officeart/2024/layout/NumberedLinearArrowProcess#1"/>
    <dgm:cxn modelId="{0696E771-1E11-426C-9199-99B58EBBE7CA}" type="presParOf" srcId="{EE3D1DA7-9BC0-4C2C-A24F-210FFCF3BA5B}" destId="{265128E3-D2A3-4863-8BE3-FE3B0216047A}" srcOrd="0" destOrd="0" presId="urn:microsoft.com/office/officeart/2024/layout/NumberedLinearArrowProcess#1"/>
    <dgm:cxn modelId="{58E82267-C295-4E5E-B4B1-910B0DFB7626}" type="presParOf" srcId="{EE3D1DA7-9BC0-4C2C-A24F-210FFCF3BA5B}" destId="{87853CE6-DE5E-4ACC-B863-47EC1D297C3C}" srcOrd="1" destOrd="0" presId="urn:microsoft.com/office/officeart/2024/layout/NumberedLinearArrowProcess#1"/>
    <dgm:cxn modelId="{F1C69AB6-F5E8-4C9E-A4DC-B04532435EA6}" type="presParOf" srcId="{87853CE6-DE5E-4ACC-B863-47EC1D297C3C}" destId="{5EE627E2-B07F-4D7E-A7E7-1DC9046A265E}" srcOrd="0" destOrd="0" presId="urn:microsoft.com/office/officeart/2024/layout/NumberedLinearArrowProcess#1"/>
    <dgm:cxn modelId="{44E8A936-AEB3-4445-9116-60ECB3583CBA}" type="presParOf" srcId="{87853CE6-DE5E-4ACC-B863-47EC1D297C3C}" destId="{C0818B36-F37E-4D4C-9538-013652C5E13E}" srcOrd="1" destOrd="0" presId="urn:microsoft.com/office/officeart/2024/layout/NumberedLinearArrowProcess#1"/>
    <dgm:cxn modelId="{DF4D8208-5F42-40A0-81FB-BFB8EF17CEED}" type="presParOf" srcId="{87853CE6-DE5E-4ACC-B863-47EC1D297C3C}" destId="{D453536E-1D8F-44D7-A079-50F968F26E08}" srcOrd="2" destOrd="0" presId="urn:microsoft.com/office/officeart/2024/layout/NumberedLinearArrowProcess#1"/>
    <dgm:cxn modelId="{17FB071F-21EE-42E3-8C10-5BD2DE7E743E}" type="presParOf" srcId="{87853CE6-DE5E-4ACC-B863-47EC1D297C3C}" destId="{E3F80852-8A01-4278-8606-46C5CF12477D}" srcOrd="3" destOrd="0" presId="urn:microsoft.com/office/officeart/2024/layout/NumberedLinearArrowProcess#1"/>
    <dgm:cxn modelId="{BB837558-927C-4923-A99B-B63C740D2740}" type="presParOf" srcId="{87853CE6-DE5E-4ACC-B863-47EC1D297C3C}" destId="{01784D83-0FBD-479D-96CF-CC04A03A7A6E}" srcOrd="4" destOrd="0" presId="urn:microsoft.com/office/officeart/2024/layout/NumberedLinearArrowProcess#1"/>
    <dgm:cxn modelId="{38E59954-DC3B-4779-922E-F1F2381A0BE6}" type="presParOf" srcId="{EE3D1DA7-9BC0-4C2C-A24F-210FFCF3BA5B}" destId="{7253D6A6-1A01-4E76-A694-4A18C1CABBB7}" srcOrd="2" destOrd="0" presId="urn:microsoft.com/office/officeart/2024/layout/NumberedLinearArrowProcess#1"/>
    <dgm:cxn modelId="{79AA4291-34FC-42FB-A0AF-FDB92AD6A372}" type="presParOf" srcId="{56D64220-495C-45BA-98F6-86FD4A8C2F24}" destId="{2C4846F9-57CB-4F5B-89D7-918C76597121}" srcOrd="7" destOrd="0" presId="urn:microsoft.com/office/officeart/2024/layout/NumberedLinearArrowProcess#1"/>
    <dgm:cxn modelId="{51791B71-7C4A-406F-A364-EFDA81FE733F}" type="presParOf" srcId="{56D64220-495C-45BA-98F6-86FD4A8C2F24}" destId="{68DAE7A8-BB62-4216-9DD8-E84A1F09AA3A}" srcOrd="8" destOrd="0" presId="urn:microsoft.com/office/officeart/2024/layout/NumberedLinearArrowProcess#1"/>
    <dgm:cxn modelId="{9DF0B569-B1E1-4C5A-BEBE-4185207A301A}" type="presParOf" srcId="{68DAE7A8-BB62-4216-9DD8-E84A1F09AA3A}" destId="{3E813A87-18DF-485B-B03D-B1852A018DC1}" srcOrd="0" destOrd="0" presId="urn:microsoft.com/office/officeart/2024/layout/NumberedLinearArrowProcess#1"/>
    <dgm:cxn modelId="{6AAFF480-BE6C-4825-B6FA-5F56EF30AC23}" type="presParOf" srcId="{68DAE7A8-BB62-4216-9DD8-E84A1F09AA3A}" destId="{114B8F91-8DD7-40FB-8AD5-ED5839AB858D}" srcOrd="1" destOrd="0" presId="urn:microsoft.com/office/officeart/2024/layout/NumberedLinearArrowProcess#1"/>
    <dgm:cxn modelId="{77B284A8-8B9F-4EE3-BD0F-FF5153B0B55D}" type="presParOf" srcId="{114B8F91-8DD7-40FB-8AD5-ED5839AB858D}" destId="{4ACAD5C3-C70A-4902-8ACD-0C2F266A4616}" srcOrd="0" destOrd="0" presId="urn:microsoft.com/office/officeart/2024/layout/NumberedLinearArrowProcess#1"/>
    <dgm:cxn modelId="{9AE025E7-F069-4D07-BAA8-EEB50CEAE277}" type="presParOf" srcId="{114B8F91-8DD7-40FB-8AD5-ED5839AB858D}" destId="{13A99D85-EEAB-4FE1-8691-51668DB0A290}" srcOrd="1" destOrd="0" presId="urn:microsoft.com/office/officeart/2024/layout/NumberedLinearArrowProcess#1"/>
    <dgm:cxn modelId="{F1699AF8-7758-4CC9-90C4-0BF77258A86A}" type="presParOf" srcId="{114B8F91-8DD7-40FB-8AD5-ED5839AB858D}" destId="{D644F4E2-D3E0-4482-B668-485E2AF68620}" srcOrd="2" destOrd="0" presId="urn:microsoft.com/office/officeart/2024/layout/NumberedLinearArrowProcess#1"/>
    <dgm:cxn modelId="{42AD9DB8-E0C6-417F-98E1-4F8845B863F0}" type="presParOf" srcId="{114B8F91-8DD7-40FB-8AD5-ED5839AB858D}" destId="{C29E6408-6E4C-4AD7-8398-BE74FA95EA70}" srcOrd="3" destOrd="0" presId="urn:microsoft.com/office/officeart/2024/layout/NumberedLinearArrowProcess#1"/>
    <dgm:cxn modelId="{12958D85-D0BC-4AF9-BEF1-CB6990D614FC}" type="presParOf" srcId="{114B8F91-8DD7-40FB-8AD5-ED5839AB858D}" destId="{D6FBA934-C114-4178-A6E3-F21C32E926CA}" srcOrd="4" destOrd="0" presId="urn:microsoft.com/office/officeart/2024/layout/NumberedLinearArrowProcess#1"/>
    <dgm:cxn modelId="{2B6FE8E3-C05D-4120-A2A0-D6D5411A6092}" type="presParOf" srcId="{68DAE7A8-BB62-4216-9DD8-E84A1F09AA3A}" destId="{F993C889-0DE8-4A69-AC47-809B0B5ACC22}" srcOrd="2" destOrd="0" presId="urn:microsoft.com/office/officeart/2024/layout/NumberedLinearArrowProcess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489ACF1-A19F-424A-80A3-CCC322D1894A}" type="doc">
      <dgm:prSet loTypeId="urn:microsoft.com/office/officeart/2024/layout/NumberedTitleCardList#38" loCatId="textcard" qsTypeId="urn:microsoft.com/office/officeart/2005/8/quickstyle/simple5" qsCatId="simple" csTypeId="urn:microsoft.com/office/officeart/2005/8/colors/accent4_1" csCatId="accent4" phldr="1"/>
      <dgm:spPr/>
      <dgm:t>
        <a:bodyPr/>
        <a:lstStyle/>
        <a:p>
          <a:endParaRPr lang="en-US"/>
        </a:p>
      </dgm:t>
    </dgm:pt>
    <dgm:pt modelId="{D8EBB493-3299-429E-AE23-FFDD2EBB8599}">
      <dgm:prSet phldrT="[Text]" custT="1"/>
      <dgm:spPr/>
      <dgm:t>
        <a:bodyPr/>
        <a:lstStyle/>
        <a:p>
          <a:pPr algn="l">
            <a:buNone/>
          </a:pPr>
          <a:r>
            <a:rPr lang="en-US" sz="1800" b="1" dirty="0"/>
            <a:t>Locked Clues</a:t>
          </a:r>
          <a:r>
            <a:rPr lang="en-US" sz="1800" dirty="0"/>
            <a:t> </a:t>
          </a:r>
        </a:p>
        <a:p>
          <a:pPr algn="l">
            <a:buNone/>
          </a:pPr>
          <a:r>
            <a:rPr lang="en-US" sz="1800" dirty="0"/>
            <a:t>Fixed numbers stay noneditable to keep the puzzle valid.</a:t>
          </a:r>
          <a:r>
            <a:rPr lang="en-US" sz="1400" dirty="0">
              <a:latin typeface="Cambria" panose="02040503050406030204" pitchFamily="18" charset="0"/>
              <a:ea typeface="Cambria" panose="02040503050406030204" pitchFamily="18" charset="0"/>
            </a:rPr>
            <a:t>.</a:t>
          </a:r>
        </a:p>
      </dgm:t>
    </dgm:pt>
    <dgm:pt modelId="{2551F458-E15C-478F-9161-BEC927EE3DE9}" type="parTrans" cxnId="{807EFA93-1305-47F4-B650-AFD7C2CBA6D5}">
      <dgm:prSet/>
      <dgm:spPr/>
      <dgm:t>
        <a:bodyPr/>
        <a:lstStyle/>
        <a:p>
          <a:endParaRPr lang="en-US"/>
        </a:p>
      </dgm:t>
    </dgm:pt>
    <dgm:pt modelId="{FE1160B3-34F8-4C6A-9CA4-E669392112E7}" type="sibTrans" cxnId="{807EFA93-1305-47F4-B650-AFD7C2CBA6D5}">
      <dgm:prSet phldrT="01" phldr="0"/>
      <dgm:spPr/>
      <dgm:t>
        <a:bodyPr/>
        <a:lstStyle/>
        <a:p>
          <a:r>
            <a:t>01</a:t>
          </a:r>
          <a:endParaRPr dirty="0"/>
        </a:p>
      </dgm:t>
    </dgm:pt>
    <dgm:pt modelId="{0A79F8FF-E859-4811-B679-3A74DE2DBF7E}">
      <dgm:prSet phldrT="[Text]" custT="1"/>
      <dgm:spPr/>
      <dgm:t>
        <a:bodyPr/>
        <a:lstStyle/>
        <a:p>
          <a:pPr>
            <a:buNone/>
          </a:pPr>
          <a:r>
            <a:rPr lang="en-US" sz="1600" b="1" dirty="0"/>
            <a:t>Input &amp; Highlighting</a:t>
          </a:r>
        </a:p>
        <a:p>
          <a:pPr>
            <a:buNone/>
          </a:pPr>
          <a:r>
            <a:rPr lang="en-US" sz="1550" dirty="0"/>
            <a:t>Numbers1-9 entered by keyboard or pad, spotlighting the active cell, its row/column/box, and matching digits</a:t>
          </a:r>
          <a:r>
            <a:rPr lang="en-US" sz="1600" dirty="0"/>
            <a:t>.</a:t>
          </a:r>
          <a:endParaRPr lang="en-US" sz="1300" dirty="0"/>
        </a:p>
      </dgm:t>
    </dgm:pt>
    <dgm:pt modelId="{71D05FF4-C4FF-44C0-A82D-BEC27DC7B2B9}" type="parTrans" cxnId="{9C6BCD70-757E-4BA4-8D89-BC1CCDC36C99}">
      <dgm:prSet/>
      <dgm:spPr/>
      <dgm:t>
        <a:bodyPr/>
        <a:lstStyle/>
        <a:p>
          <a:endParaRPr lang="en-US"/>
        </a:p>
      </dgm:t>
    </dgm:pt>
    <dgm:pt modelId="{64A04A37-8FD1-4A83-A0FF-0CEC99222EF5}" type="sibTrans" cxnId="{9C6BCD70-757E-4BA4-8D89-BC1CCDC36C99}">
      <dgm:prSet phldrT="02" phldr="0"/>
      <dgm:spPr/>
      <dgm:t>
        <a:bodyPr/>
        <a:lstStyle/>
        <a:p>
          <a:r>
            <a:t>02</a:t>
          </a:r>
          <a:endParaRPr dirty="0"/>
        </a:p>
      </dgm:t>
    </dgm:pt>
    <dgm:pt modelId="{6F71F0B3-66A0-446F-967B-24F08542FE8B}">
      <dgm:prSet phldrT="[Text]" custT="1"/>
      <dgm:spPr/>
      <dgm:t>
        <a:bodyPr/>
        <a:lstStyle/>
        <a:p>
          <a:pPr algn="l">
            <a:buNone/>
          </a:pPr>
          <a:r>
            <a:rPr lang="en-US" sz="1600" b="1" dirty="0"/>
            <a:t>Erase &amp; Undo</a:t>
          </a:r>
        </a:p>
        <a:p>
          <a:pPr algn="l">
            <a:buNone/>
          </a:pPr>
          <a:r>
            <a:rPr lang="en-US" sz="1800" dirty="0"/>
            <a:t>Reverse or clear entries instantly, no restart needed.</a:t>
          </a:r>
        </a:p>
      </dgm:t>
    </dgm:pt>
    <dgm:pt modelId="{871925CF-F5B2-41F4-AA26-B922C254EF3D}" type="parTrans" cxnId="{EA4E2701-7086-495D-B9BC-85265EA97D1C}">
      <dgm:prSet/>
      <dgm:spPr/>
      <dgm:t>
        <a:bodyPr/>
        <a:lstStyle/>
        <a:p>
          <a:endParaRPr lang="en-US"/>
        </a:p>
      </dgm:t>
    </dgm:pt>
    <dgm:pt modelId="{5F6F754F-D29C-4F42-8E75-12E4802BC483}" type="sibTrans" cxnId="{EA4E2701-7086-495D-B9BC-85265EA97D1C}">
      <dgm:prSet phldrT="03" phldr="0"/>
      <dgm:spPr/>
      <dgm:t>
        <a:bodyPr/>
        <a:lstStyle/>
        <a:p>
          <a:r>
            <a:t>03</a:t>
          </a:r>
          <a:endParaRPr dirty="0"/>
        </a:p>
      </dgm:t>
    </dgm:pt>
    <dgm:pt modelId="{40E42473-CD8A-4FD7-A100-42DC007DBB39}">
      <dgm:prSet phldrT="[Text]" custT="1"/>
      <dgm:spPr/>
      <dgm:t>
        <a:bodyPr/>
        <a:lstStyle/>
        <a:p>
          <a:pPr>
            <a:buNone/>
          </a:pPr>
          <a:r>
            <a:rPr lang="en-US" sz="1600" b="1" dirty="0"/>
            <a:t>Live Status Bar</a:t>
          </a:r>
        </a:p>
        <a:p>
          <a:pPr>
            <a:buNone/>
          </a:pPr>
          <a:r>
            <a:rPr lang="en-US" sz="1600" dirty="0"/>
            <a:t>Displays level, time left, mistakes, hints, and score in real time</a:t>
          </a:r>
        </a:p>
      </dgm:t>
    </dgm:pt>
    <dgm:pt modelId="{9A3EA54B-F499-4DF7-8B1D-4BD6D6B70C1E}" type="parTrans" cxnId="{D0B96E0D-DDB7-45AA-BC12-AEE88B395711}">
      <dgm:prSet/>
      <dgm:spPr/>
      <dgm:t>
        <a:bodyPr/>
        <a:lstStyle/>
        <a:p>
          <a:endParaRPr lang="en-US"/>
        </a:p>
      </dgm:t>
    </dgm:pt>
    <dgm:pt modelId="{6BD93412-0A41-462C-8198-E78CF176451D}" type="sibTrans" cxnId="{D0B96E0D-DDB7-45AA-BC12-AEE88B395711}">
      <dgm:prSet phldrT="04" phldr="0"/>
      <dgm:spPr/>
      <dgm:t>
        <a:bodyPr/>
        <a:lstStyle/>
        <a:p>
          <a:r>
            <a:rPr lang="en-US"/>
            <a:t>04</a:t>
          </a:r>
          <a:endParaRPr lang="en-US" dirty="0"/>
        </a:p>
      </dgm:t>
    </dgm:pt>
    <dgm:pt modelId="{02B55CD8-4E0A-4CA0-880D-5B6C0916B9B7}">
      <dgm:prSet phldrT="[Text]" custT="1"/>
      <dgm:spPr/>
      <dgm:t>
        <a:bodyPr/>
        <a:lstStyle/>
        <a:p>
          <a:pPr>
            <a:buNone/>
          </a:pPr>
          <a:r>
            <a:rPr lang="en-US" sz="1600" b="1" dirty="0"/>
            <a:t>New Game</a:t>
          </a:r>
          <a:r>
            <a:rPr lang="en-US" sz="1600" dirty="0"/>
            <a:t> </a:t>
          </a:r>
        </a:p>
        <a:p>
          <a:pPr>
            <a:buNone/>
          </a:pPr>
          <a:r>
            <a:rPr lang="en-US" sz="1600" dirty="0"/>
            <a:t>Instantly generates a fresh puzzle at the current difficulty.</a:t>
          </a:r>
        </a:p>
      </dgm:t>
    </dgm:pt>
    <dgm:pt modelId="{4743DB38-CEC7-45AD-A053-ADF23383D4E5}" type="parTrans" cxnId="{F693884A-7A73-478F-8A34-FB5EF6B71B31}">
      <dgm:prSet/>
      <dgm:spPr/>
      <dgm:t>
        <a:bodyPr/>
        <a:lstStyle/>
        <a:p>
          <a:endParaRPr lang="en-US"/>
        </a:p>
      </dgm:t>
    </dgm:pt>
    <dgm:pt modelId="{1B8A300A-C583-4A26-8FF5-6BDA17ADFBAF}" type="sibTrans" cxnId="{F693884A-7A73-478F-8A34-FB5EF6B71B31}">
      <dgm:prSet phldrT="05" phldr="0"/>
      <dgm:spPr/>
      <dgm:t>
        <a:bodyPr/>
        <a:lstStyle/>
        <a:p>
          <a:r>
            <a:rPr lang="en-US"/>
            <a:t>05</a:t>
          </a:r>
          <a:endParaRPr lang="en-US" dirty="0"/>
        </a:p>
      </dgm:t>
    </dgm:pt>
    <dgm:pt modelId="{1D6955E3-518D-40E3-80A9-A6CC31B27E73}" type="pres">
      <dgm:prSet presAssocID="{9489ACF1-A19F-424A-80A3-CCC322D1894A}" presName="Name0" presStyleCnt="0">
        <dgm:presLayoutVars>
          <dgm:dir/>
          <dgm:animLvl val="lvl"/>
          <dgm:resizeHandles val="exact"/>
        </dgm:presLayoutVars>
      </dgm:prSet>
      <dgm:spPr/>
    </dgm:pt>
    <dgm:pt modelId="{2807D39D-5418-4AD8-81CA-8213E710F288}" type="pres">
      <dgm:prSet presAssocID="{D8EBB493-3299-429E-AE23-FFDD2EBB8599}" presName="compositeNode" presStyleCnt="0">
        <dgm:presLayoutVars>
          <dgm:bulletEnabled val="1"/>
        </dgm:presLayoutVars>
      </dgm:prSet>
      <dgm:spPr/>
    </dgm:pt>
    <dgm:pt modelId="{B2F2D091-DA16-4913-9535-0DD9EFDCA3DE}" type="pres">
      <dgm:prSet presAssocID="{D8EBB493-3299-429E-AE23-FFDD2EBB8599}" presName="bgRect" presStyleLbl="fgAcc1" presStyleIdx="0" presStyleCnt="5" custScaleX="94370" custScaleY="114672"/>
      <dgm:spPr/>
    </dgm:pt>
    <dgm:pt modelId="{FD976709-56E9-4530-81C6-19B85C991F05}" type="pres">
      <dgm:prSet presAssocID="{FE1160B3-34F8-4C6A-9CA4-E669392112E7}" presName="sibTransNodeRect" presStyleLbl="bgShp" presStyleIdx="0" presStyleCnt="0" custLinFactNeighborX="-320" custLinFactNeighborY="-23549">
        <dgm:presLayoutVars>
          <dgm:chMax val="0"/>
          <dgm:bulletEnabled/>
        </dgm:presLayoutVars>
      </dgm:prSet>
      <dgm:spPr/>
    </dgm:pt>
    <dgm:pt modelId="{FD85E40C-3C28-4826-812A-224B0C96157B}" type="pres">
      <dgm:prSet presAssocID="{D8EBB493-3299-429E-AE23-FFDD2EBB8599}" presName="nodeRect" presStyleLbl="parChTrans1D1" presStyleIdx="0" presStyleCnt="0">
        <dgm:presLayoutVars>
          <dgm:bulletEnabled val="1"/>
        </dgm:presLayoutVars>
      </dgm:prSet>
      <dgm:spPr/>
    </dgm:pt>
    <dgm:pt modelId="{3FE39FC6-0597-415A-A3F2-539B1BD5D9F6}" type="pres">
      <dgm:prSet presAssocID="{FE1160B3-34F8-4C6A-9CA4-E669392112E7}" presName="sibTrans" presStyleCnt="0"/>
      <dgm:spPr/>
    </dgm:pt>
    <dgm:pt modelId="{C628BE77-CDAA-422B-B605-ED0C6814A5D6}" type="pres">
      <dgm:prSet presAssocID="{0A79F8FF-E859-4811-B679-3A74DE2DBF7E}" presName="compositeNode" presStyleCnt="0">
        <dgm:presLayoutVars>
          <dgm:bulletEnabled val="1"/>
        </dgm:presLayoutVars>
      </dgm:prSet>
      <dgm:spPr/>
    </dgm:pt>
    <dgm:pt modelId="{F4658945-E3C9-49D1-BB7C-2467F7453853}" type="pres">
      <dgm:prSet presAssocID="{0A79F8FF-E859-4811-B679-3A74DE2DBF7E}" presName="bgRect" presStyleLbl="fgAcc1" presStyleIdx="1" presStyleCnt="5" custScaleY="113210" custLinFactNeighborX="556" custLinFactNeighborY="-464"/>
      <dgm:spPr/>
    </dgm:pt>
    <dgm:pt modelId="{F7DF0CA7-0D9B-453F-AB64-723C7A0A5E1C}" type="pres">
      <dgm:prSet presAssocID="{64A04A37-8FD1-4A83-A0FF-0CEC99222EF5}" presName="sibTransNodeRect" presStyleLbl="bgShp" presStyleIdx="0" presStyleCnt="0" custLinFactNeighborX="2253" custLinFactNeighborY="-21721">
        <dgm:presLayoutVars>
          <dgm:chMax val="0"/>
          <dgm:bulletEnabled/>
        </dgm:presLayoutVars>
      </dgm:prSet>
      <dgm:spPr/>
    </dgm:pt>
    <dgm:pt modelId="{A347B9E2-0B66-4CEB-94F7-A8ACB1DE4380}" type="pres">
      <dgm:prSet presAssocID="{0A79F8FF-E859-4811-B679-3A74DE2DBF7E}" presName="nodeRect" presStyleLbl="parChTrans1D1" presStyleIdx="0" presStyleCnt="0">
        <dgm:presLayoutVars>
          <dgm:bulletEnabled val="1"/>
        </dgm:presLayoutVars>
      </dgm:prSet>
      <dgm:spPr/>
    </dgm:pt>
    <dgm:pt modelId="{6847E6C7-9619-442D-AAF3-75F69EF8A4C5}" type="pres">
      <dgm:prSet presAssocID="{64A04A37-8FD1-4A83-A0FF-0CEC99222EF5}" presName="sibTrans" presStyleCnt="0"/>
      <dgm:spPr/>
    </dgm:pt>
    <dgm:pt modelId="{55947614-EBDF-4A1E-B224-EEEB5E9CEE89}" type="pres">
      <dgm:prSet presAssocID="{6F71F0B3-66A0-446F-967B-24F08542FE8B}" presName="compositeNode" presStyleCnt="0">
        <dgm:presLayoutVars>
          <dgm:bulletEnabled val="1"/>
        </dgm:presLayoutVars>
      </dgm:prSet>
      <dgm:spPr/>
    </dgm:pt>
    <dgm:pt modelId="{D1187F62-F72E-447B-A167-D71985F22735}" type="pres">
      <dgm:prSet presAssocID="{6F71F0B3-66A0-446F-967B-24F08542FE8B}" presName="bgRect" presStyleLbl="fgAcc1" presStyleIdx="2" presStyleCnt="5" custScaleX="101072" custScaleY="112140"/>
      <dgm:spPr/>
    </dgm:pt>
    <dgm:pt modelId="{365F9844-FE67-4F35-83E0-CD09891EB877}" type="pres">
      <dgm:prSet presAssocID="{5F6F754F-D29C-4F42-8E75-12E4802BC483}" presName="sibTransNodeRect" presStyleLbl="bgShp" presStyleIdx="0" presStyleCnt="0" custLinFactNeighborX="1805" custLinFactNeighborY="-18299">
        <dgm:presLayoutVars>
          <dgm:chMax val="0"/>
          <dgm:bulletEnabled/>
        </dgm:presLayoutVars>
      </dgm:prSet>
      <dgm:spPr/>
    </dgm:pt>
    <dgm:pt modelId="{0CD88F6D-5F98-464C-BA3C-6E99316534DA}" type="pres">
      <dgm:prSet presAssocID="{6F71F0B3-66A0-446F-967B-24F08542FE8B}" presName="nodeRect" presStyleLbl="parChTrans1D1" presStyleIdx="0" presStyleCnt="0">
        <dgm:presLayoutVars>
          <dgm:bulletEnabled val="1"/>
        </dgm:presLayoutVars>
      </dgm:prSet>
      <dgm:spPr/>
    </dgm:pt>
    <dgm:pt modelId="{47E3BA71-896D-412D-8316-94EE5020463B}" type="pres">
      <dgm:prSet presAssocID="{5F6F754F-D29C-4F42-8E75-12E4802BC483}" presName="sibTrans" presStyleCnt="0"/>
      <dgm:spPr/>
    </dgm:pt>
    <dgm:pt modelId="{89B9830A-00DD-4922-8421-80DC7CFE48BB}" type="pres">
      <dgm:prSet presAssocID="{40E42473-CD8A-4FD7-A100-42DC007DBB39}" presName="compositeNode" presStyleCnt="0">
        <dgm:presLayoutVars>
          <dgm:bulletEnabled val="1"/>
        </dgm:presLayoutVars>
      </dgm:prSet>
      <dgm:spPr/>
    </dgm:pt>
    <dgm:pt modelId="{99FEAAC3-5652-418D-9C2C-D87AD66D4EAD}" type="pres">
      <dgm:prSet presAssocID="{40E42473-CD8A-4FD7-A100-42DC007DBB39}" presName="bgRect" presStyleLbl="fgAcc1" presStyleIdx="3" presStyleCnt="5" custScaleX="99679" custScaleY="112089"/>
      <dgm:spPr/>
    </dgm:pt>
    <dgm:pt modelId="{3E5B0B2B-4FA7-441E-80F9-4BF03F0C30B3}" type="pres">
      <dgm:prSet presAssocID="{6BD93412-0A41-462C-8198-E78CF176451D}" presName="sibTransNodeRect" presStyleLbl="bgShp" presStyleIdx="0" presStyleCnt="0" custLinFactNeighborX="1805" custLinFactNeighborY="-17441">
        <dgm:presLayoutVars>
          <dgm:chMax val="0"/>
          <dgm:bulletEnabled/>
        </dgm:presLayoutVars>
      </dgm:prSet>
      <dgm:spPr/>
    </dgm:pt>
    <dgm:pt modelId="{1AA5B622-4897-453B-B78A-ED8E70E58A06}" type="pres">
      <dgm:prSet presAssocID="{40E42473-CD8A-4FD7-A100-42DC007DBB39}" presName="nodeRect" presStyleLbl="parChTrans1D1" presStyleIdx="0" presStyleCnt="0">
        <dgm:presLayoutVars>
          <dgm:bulletEnabled val="1"/>
        </dgm:presLayoutVars>
      </dgm:prSet>
      <dgm:spPr/>
    </dgm:pt>
    <dgm:pt modelId="{7AAEBA90-A2CF-4954-9630-FBEC0B26835C}" type="pres">
      <dgm:prSet presAssocID="{6BD93412-0A41-462C-8198-E78CF176451D}" presName="sibTrans" presStyleCnt="0"/>
      <dgm:spPr/>
    </dgm:pt>
    <dgm:pt modelId="{0518649D-3D2A-48A5-8BDC-1305AAFE85A0}" type="pres">
      <dgm:prSet presAssocID="{02B55CD8-4E0A-4CA0-880D-5B6C0916B9B7}" presName="compositeNode" presStyleCnt="0">
        <dgm:presLayoutVars>
          <dgm:bulletEnabled val="1"/>
        </dgm:presLayoutVars>
      </dgm:prSet>
      <dgm:spPr/>
    </dgm:pt>
    <dgm:pt modelId="{CEC71FC6-1C16-432A-9E57-FFD0188E1F26}" type="pres">
      <dgm:prSet presAssocID="{02B55CD8-4E0A-4CA0-880D-5B6C0916B9B7}" presName="bgRect" presStyleLbl="fgAcc1" presStyleIdx="4" presStyleCnt="5" custScaleX="96467" custScaleY="111061"/>
      <dgm:spPr/>
    </dgm:pt>
    <dgm:pt modelId="{516E67A9-CF02-423D-BD7A-2111E79662CA}" type="pres">
      <dgm:prSet presAssocID="{1B8A300A-C583-4A26-8FF5-6BDA17ADFBAF}" presName="sibTransNodeRect" presStyleLbl="bgShp" presStyleIdx="0" presStyleCnt="0" custLinFactNeighborX="582" custLinFactNeighborY="-16950">
        <dgm:presLayoutVars>
          <dgm:chMax val="0"/>
          <dgm:bulletEnabled/>
        </dgm:presLayoutVars>
      </dgm:prSet>
      <dgm:spPr/>
    </dgm:pt>
    <dgm:pt modelId="{CDEC1F25-6AA2-469B-90A5-DC3DAEF6CCD6}" type="pres">
      <dgm:prSet presAssocID="{02B55CD8-4E0A-4CA0-880D-5B6C0916B9B7}" presName="nodeRect" presStyleLbl="parChTrans1D1" presStyleIdx="0" presStyleCnt="0">
        <dgm:presLayoutVars>
          <dgm:bulletEnabled val="1"/>
        </dgm:presLayoutVars>
      </dgm:prSet>
      <dgm:spPr/>
    </dgm:pt>
  </dgm:ptLst>
  <dgm:cxnLst>
    <dgm:cxn modelId="{EA4E2701-7086-495D-B9BC-85265EA97D1C}" srcId="{9489ACF1-A19F-424A-80A3-CCC322D1894A}" destId="{6F71F0B3-66A0-446F-967B-24F08542FE8B}" srcOrd="2" destOrd="0" parTransId="{871925CF-F5B2-41F4-AA26-B922C254EF3D}" sibTransId="{5F6F754F-D29C-4F42-8E75-12E4802BC483}"/>
    <dgm:cxn modelId="{AA0EDE04-4048-4B50-B8F1-0A7F419EF49E}" type="presOf" srcId="{40E42473-CD8A-4FD7-A100-42DC007DBB39}" destId="{1AA5B622-4897-453B-B78A-ED8E70E58A06}" srcOrd="1" destOrd="0" presId="urn:microsoft.com/office/officeart/2024/layout/NumberedTitleCardList#38"/>
    <dgm:cxn modelId="{D0B96E0D-DDB7-45AA-BC12-AEE88B395711}" srcId="{9489ACF1-A19F-424A-80A3-CCC322D1894A}" destId="{40E42473-CD8A-4FD7-A100-42DC007DBB39}" srcOrd="3" destOrd="0" parTransId="{9A3EA54B-F499-4DF7-8B1D-4BD6D6B70C1E}" sibTransId="{6BD93412-0A41-462C-8198-E78CF176451D}"/>
    <dgm:cxn modelId="{11C61924-B3AF-4ADB-9189-B8EA7DE7359A}" type="presOf" srcId="{6BD93412-0A41-462C-8198-E78CF176451D}" destId="{3E5B0B2B-4FA7-441E-80F9-4BF03F0C30B3}" srcOrd="0" destOrd="0" presId="urn:microsoft.com/office/officeart/2024/layout/NumberedTitleCardList#38"/>
    <dgm:cxn modelId="{3B2B8627-7077-4D92-A4E8-FD24224A3F16}" type="presOf" srcId="{02B55CD8-4E0A-4CA0-880D-5B6C0916B9B7}" destId="{CDEC1F25-6AA2-469B-90A5-DC3DAEF6CCD6}" srcOrd="1" destOrd="0" presId="urn:microsoft.com/office/officeart/2024/layout/NumberedTitleCardList#38"/>
    <dgm:cxn modelId="{D4BAAD29-AE83-47F1-9E3C-4BE679055B20}" type="presOf" srcId="{6F71F0B3-66A0-446F-967B-24F08542FE8B}" destId="{0CD88F6D-5F98-464C-BA3C-6E99316534DA}" srcOrd="1" destOrd="0" presId="urn:microsoft.com/office/officeart/2024/layout/NumberedTitleCardList#38"/>
    <dgm:cxn modelId="{9084A663-BBC0-47B4-BBD9-DB131F0C1E24}" type="presOf" srcId="{64A04A37-8FD1-4A83-A0FF-0CEC99222EF5}" destId="{F7DF0CA7-0D9B-453F-AB64-723C7A0A5E1C}" srcOrd="0" destOrd="0" presId="urn:microsoft.com/office/officeart/2024/layout/NumberedTitleCardList#38"/>
    <dgm:cxn modelId="{6EC5B864-DF75-4B83-88C4-18D0528302E7}" type="presOf" srcId="{6F71F0B3-66A0-446F-967B-24F08542FE8B}" destId="{D1187F62-F72E-447B-A167-D71985F22735}" srcOrd="0" destOrd="0" presId="urn:microsoft.com/office/officeart/2024/layout/NumberedTitleCardList#38"/>
    <dgm:cxn modelId="{F693884A-7A73-478F-8A34-FB5EF6B71B31}" srcId="{9489ACF1-A19F-424A-80A3-CCC322D1894A}" destId="{02B55CD8-4E0A-4CA0-880D-5B6C0916B9B7}" srcOrd="4" destOrd="0" parTransId="{4743DB38-CEC7-45AD-A053-ADF23383D4E5}" sibTransId="{1B8A300A-C583-4A26-8FF5-6BDA17ADFBAF}"/>
    <dgm:cxn modelId="{1D91CB4B-5228-4875-8025-180B8C8C270E}" type="presOf" srcId="{D8EBB493-3299-429E-AE23-FFDD2EBB8599}" destId="{B2F2D091-DA16-4913-9535-0DD9EFDCA3DE}" srcOrd="0" destOrd="0" presId="urn:microsoft.com/office/officeart/2024/layout/NumberedTitleCardList#38"/>
    <dgm:cxn modelId="{961B644C-2216-48E9-8BAC-EAF97559CE4C}" type="presOf" srcId="{FE1160B3-34F8-4C6A-9CA4-E669392112E7}" destId="{FD976709-56E9-4530-81C6-19B85C991F05}" srcOrd="0" destOrd="0" presId="urn:microsoft.com/office/officeart/2024/layout/NumberedTitleCardList#38"/>
    <dgm:cxn modelId="{9C6BCD70-757E-4BA4-8D89-BC1CCDC36C99}" srcId="{9489ACF1-A19F-424A-80A3-CCC322D1894A}" destId="{0A79F8FF-E859-4811-B679-3A74DE2DBF7E}" srcOrd="1" destOrd="0" parTransId="{71D05FF4-C4FF-44C0-A82D-BEC27DC7B2B9}" sibTransId="{64A04A37-8FD1-4A83-A0FF-0CEC99222EF5}"/>
    <dgm:cxn modelId="{AB834E7F-2552-4782-A7F0-EBA393113F17}" type="presOf" srcId="{5F6F754F-D29C-4F42-8E75-12E4802BC483}" destId="{365F9844-FE67-4F35-83E0-CD09891EB877}" srcOrd="0" destOrd="0" presId="urn:microsoft.com/office/officeart/2024/layout/NumberedTitleCardList#38"/>
    <dgm:cxn modelId="{CD4AA286-D65F-477D-9CC5-67FD0D2AEBDF}" type="presOf" srcId="{0A79F8FF-E859-4811-B679-3A74DE2DBF7E}" destId="{A347B9E2-0B66-4CEB-94F7-A8ACB1DE4380}" srcOrd="1" destOrd="0" presId="urn:microsoft.com/office/officeart/2024/layout/NumberedTitleCardList#38"/>
    <dgm:cxn modelId="{807EFA93-1305-47F4-B650-AFD7C2CBA6D5}" srcId="{9489ACF1-A19F-424A-80A3-CCC322D1894A}" destId="{D8EBB493-3299-429E-AE23-FFDD2EBB8599}" srcOrd="0" destOrd="0" parTransId="{2551F458-E15C-478F-9161-BEC927EE3DE9}" sibTransId="{FE1160B3-34F8-4C6A-9CA4-E669392112E7}"/>
    <dgm:cxn modelId="{4270E3AA-0604-40DA-8629-BAA71378D039}" type="presOf" srcId="{0A79F8FF-E859-4811-B679-3A74DE2DBF7E}" destId="{F4658945-E3C9-49D1-BB7C-2467F7453853}" srcOrd="0" destOrd="0" presId="urn:microsoft.com/office/officeart/2024/layout/NumberedTitleCardList#38"/>
    <dgm:cxn modelId="{40126CB1-4EBD-4926-9D99-CA260CB603B8}" type="presOf" srcId="{40E42473-CD8A-4FD7-A100-42DC007DBB39}" destId="{99FEAAC3-5652-418D-9C2C-D87AD66D4EAD}" srcOrd="0" destOrd="0" presId="urn:microsoft.com/office/officeart/2024/layout/NumberedTitleCardList#38"/>
    <dgm:cxn modelId="{092BA3B2-6D4E-4768-B8BC-EE8AA4A03ADC}" type="presOf" srcId="{02B55CD8-4E0A-4CA0-880D-5B6C0916B9B7}" destId="{CEC71FC6-1C16-432A-9E57-FFD0188E1F26}" srcOrd="0" destOrd="0" presId="urn:microsoft.com/office/officeart/2024/layout/NumberedTitleCardList#38"/>
    <dgm:cxn modelId="{43DBDFCF-2264-4450-982D-673628BFC159}" type="presOf" srcId="{9489ACF1-A19F-424A-80A3-CCC322D1894A}" destId="{1D6955E3-518D-40E3-80A9-A6CC31B27E73}" srcOrd="0" destOrd="0" presId="urn:microsoft.com/office/officeart/2024/layout/NumberedTitleCardList#38"/>
    <dgm:cxn modelId="{BC54D8EF-BD33-4969-AFE3-949160253E95}" type="presOf" srcId="{1B8A300A-C583-4A26-8FF5-6BDA17ADFBAF}" destId="{516E67A9-CF02-423D-BD7A-2111E79662CA}" srcOrd="0" destOrd="0" presId="urn:microsoft.com/office/officeart/2024/layout/NumberedTitleCardList#38"/>
    <dgm:cxn modelId="{582C1EFB-07E8-4CE9-8EED-6D220B044AF4}" type="presOf" srcId="{D8EBB493-3299-429E-AE23-FFDD2EBB8599}" destId="{FD85E40C-3C28-4826-812A-224B0C96157B}" srcOrd="1" destOrd="0" presId="urn:microsoft.com/office/officeart/2024/layout/NumberedTitleCardList#38"/>
    <dgm:cxn modelId="{9976B244-7CA2-4AEB-A1EF-C34169BC455A}" type="presParOf" srcId="{1D6955E3-518D-40E3-80A9-A6CC31B27E73}" destId="{2807D39D-5418-4AD8-81CA-8213E710F288}" srcOrd="0" destOrd="0" presId="urn:microsoft.com/office/officeart/2024/layout/NumberedTitleCardList#38"/>
    <dgm:cxn modelId="{5CFD276E-3A50-4236-8A01-7139F67E520B}" type="presParOf" srcId="{2807D39D-5418-4AD8-81CA-8213E710F288}" destId="{B2F2D091-DA16-4913-9535-0DD9EFDCA3DE}" srcOrd="0" destOrd="0" presId="urn:microsoft.com/office/officeart/2024/layout/NumberedTitleCardList#38"/>
    <dgm:cxn modelId="{31BAC499-64CE-40A0-980A-EC8CC13499D6}" type="presParOf" srcId="{2807D39D-5418-4AD8-81CA-8213E710F288}" destId="{FD976709-56E9-4530-81C6-19B85C991F05}" srcOrd="1" destOrd="0" presId="urn:microsoft.com/office/officeart/2024/layout/NumberedTitleCardList#38"/>
    <dgm:cxn modelId="{5BFDB8C2-0544-4FD4-8599-CC292EB2AFC0}" type="presParOf" srcId="{2807D39D-5418-4AD8-81CA-8213E710F288}" destId="{FD85E40C-3C28-4826-812A-224B0C96157B}" srcOrd="2" destOrd="0" presId="urn:microsoft.com/office/officeart/2024/layout/NumberedTitleCardList#38"/>
    <dgm:cxn modelId="{68F126F5-C908-4CC6-8565-47E136CE3693}" type="presParOf" srcId="{1D6955E3-518D-40E3-80A9-A6CC31B27E73}" destId="{3FE39FC6-0597-415A-A3F2-539B1BD5D9F6}" srcOrd="1" destOrd="0" presId="urn:microsoft.com/office/officeart/2024/layout/NumberedTitleCardList#38"/>
    <dgm:cxn modelId="{3A0D571C-86F8-49B9-AD1C-E893543646AD}" type="presParOf" srcId="{1D6955E3-518D-40E3-80A9-A6CC31B27E73}" destId="{C628BE77-CDAA-422B-B605-ED0C6814A5D6}" srcOrd="2" destOrd="0" presId="urn:microsoft.com/office/officeart/2024/layout/NumberedTitleCardList#38"/>
    <dgm:cxn modelId="{06FA588B-6521-4F09-90E9-EA95814EAC58}" type="presParOf" srcId="{C628BE77-CDAA-422B-B605-ED0C6814A5D6}" destId="{F4658945-E3C9-49D1-BB7C-2467F7453853}" srcOrd="0" destOrd="0" presId="urn:microsoft.com/office/officeart/2024/layout/NumberedTitleCardList#38"/>
    <dgm:cxn modelId="{9B7D2E65-1C50-4786-B9B7-00F7776D05B1}" type="presParOf" srcId="{C628BE77-CDAA-422B-B605-ED0C6814A5D6}" destId="{F7DF0CA7-0D9B-453F-AB64-723C7A0A5E1C}" srcOrd="1" destOrd="0" presId="urn:microsoft.com/office/officeart/2024/layout/NumberedTitleCardList#38"/>
    <dgm:cxn modelId="{D0623C41-7B9D-444B-93BB-A9180AC7218D}" type="presParOf" srcId="{C628BE77-CDAA-422B-B605-ED0C6814A5D6}" destId="{A347B9E2-0B66-4CEB-94F7-A8ACB1DE4380}" srcOrd="2" destOrd="0" presId="urn:microsoft.com/office/officeart/2024/layout/NumberedTitleCardList#38"/>
    <dgm:cxn modelId="{BD6BCF57-94FA-4699-972F-21B345471E1D}" type="presParOf" srcId="{1D6955E3-518D-40E3-80A9-A6CC31B27E73}" destId="{6847E6C7-9619-442D-AAF3-75F69EF8A4C5}" srcOrd="3" destOrd="0" presId="urn:microsoft.com/office/officeart/2024/layout/NumberedTitleCardList#38"/>
    <dgm:cxn modelId="{70C00BF9-2564-4782-8E3C-93ADAA1527AB}" type="presParOf" srcId="{1D6955E3-518D-40E3-80A9-A6CC31B27E73}" destId="{55947614-EBDF-4A1E-B224-EEEB5E9CEE89}" srcOrd="4" destOrd="0" presId="urn:microsoft.com/office/officeart/2024/layout/NumberedTitleCardList#38"/>
    <dgm:cxn modelId="{76D8BD25-5F79-4A31-913B-4585E69F6054}" type="presParOf" srcId="{55947614-EBDF-4A1E-B224-EEEB5E9CEE89}" destId="{D1187F62-F72E-447B-A167-D71985F22735}" srcOrd="0" destOrd="0" presId="urn:microsoft.com/office/officeart/2024/layout/NumberedTitleCardList#38"/>
    <dgm:cxn modelId="{A8FB422D-F791-408B-B95B-4B8308D69A85}" type="presParOf" srcId="{55947614-EBDF-4A1E-B224-EEEB5E9CEE89}" destId="{365F9844-FE67-4F35-83E0-CD09891EB877}" srcOrd="1" destOrd="0" presId="urn:microsoft.com/office/officeart/2024/layout/NumberedTitleCardList#38"/>
    <dgm:cxn modelId="{67FC4327-E3C0-4078-B307-6F8331EB32D6}" type="presParOf" srcId="{55947614-EBDF-4A1E-B224-EEEB5E9CEE89}" destId="{0CD88F6D-5F98-464C-BA3C-6E99316534DA}" srcOrd="2" destOrd="0" presId="urn:microsoft.com/office/officeart/2024/layout/NumberedTitleCardList#38"/>
    <dgm:cxn modelId="{5184F6E2-FEE8-4142-8007-5C5A6293754B}" type="presParOf" srcId="{1D6955E3-518D-40E3-80A9-A6CC31B27E73}" destId="{47E3BA71-896D-412D-8316-94EE5020463B}" srcOrd="5" destOrd="0" presId="urn:microsoft.com/office/officeart/2024/layout/NumberedTitleCardList#38"/>
    <dgm:cxn modelId="{5F6E0276-62A3-4CE3-BD61-1ED1C31447D7}" type="presParOf" srcId="{1D6955E3-518D-40E3-80A9-A6CC31B27E73}" destId="{89B9830A-00DD-4922-8421-80DC7CFE48BB}" srcOrd="6" destOrd="0" presId="urn:microsoft.com/office/officeart/2024/layout/NumberedTitleCardList#38"/>
    <dgm:cxn modelId="{57898383-1D88-4C0D-A813-B374B16F3B49}" type="presParOf" srcId="{89B9830A-00DD-4922-8421-80DC7CFE48BB}" destId="{99FEAAC3-5652-418D-9C2C-D87AD66D4EAD}" srcOrd="0" destOrd="0" presId="urn:microsoft.com/office/officeart/2024/layout/NumberedTitleCardList#38"/>
    <dgm:cxn modelId="{47B1F1C1-823F-4C2B-9120-40B1CD446B10}" type="presParOf" srcId="{89B9830A-00DD-4922-8421-80DC7CFE48BB}" destId="{3E5B0B2B-4FA7-441E-80F9-4BF03F0C30B3}" srcOrd="1" destOrd="0" presId="urn:microsoft.com/office/officeart/2024/layout/NumberedTitleCardList#38"/>
    <dgm:cxn modelId="{8A98743F-E9CC-41C5-8094-5CD40678D64B}" type="presParOf" srcId="{89B9830A-00DD-4922-8421-80DC7CFE48BB}" destId="{1AA5B622-4897-453B-B78A-ED8E70E58A06}" srcOrd="2" destOrd="0" presId="urn:microsoft.com/office/officeart/2024/layout/NumberedTitleCardList#38"/>
    <dgm:cxn modelId="{A1FE3069-976C-4CF8-838F-17B6C0A2A667}" type="presParOf" srcId="{1D6955E3-518D-40E3-80A9-A6CC31B27E73}" destId="{7AAEBA90-A2CF-4954-9630-FBEC0B26835C}" srcOrd="7" destOrd="0" presId="urn:microsoft.com/office/officeart/2024/layout/NumberedTitleCardList#38"/>
    <dgm:cxn modelId="{4B1330C8-6535-42AD-954B-D0EC60BDDCC2}" type="presParOf" srcId="{1D6955E3-518D-40E3-80A9-A6CC31B27E73}" destId="{0518649D-3D2A-48A5-8BDC-1305AAFE85A0}" srcOrd="8" destOrd="0" presId="urn:microsoft.com/office/officeart/2024/layout/NumberedTitleCardList#38"/>
    <dgm:cxn modelId="{2B336DF7-9533-445E-82EA-9E1D9EAE91E4}" type="presParOf" srcId="{0518649D-3D2A-48A5-8BDC-1305AAFE85A0}" destId="{CEC71FC6-1C16-432A-9E57-FFD0188E1F26}" srcOrd="0" destOrd="0" presId="urn:microsoft.com/office/officeart/2024/layout/NumberedTitleCardList#38"/>
    <dgm:cxn modelId="{603B3018-1D5A-4EAD-A2A9-CEAAF33D2E8B}" type="presParOf" srcId="{0518649D-3D2A-48A5-8BDC-1305AAFE85A0}" destId="{516E67A9-CF02-423D-BD7A-2111E79662CA}" srcOrd="1" destOrd="0" presId="urn:microsoft.com/office/officeart/2024/layout/NumberedTitleCardList#38"/>
    <dgm:cxn modelId="{326E0C75-D605-4FC1-8B04-6C558C720420}" type="presParOf" srcId="{0518649D-3D2A-48A5-8BDC-1305AAFE85A0}" destId="{CDEC1F25-6AA2-469B-90A5-DC3DAEF6CCD6}" srcOrd="2" destOrd="0" presId="urn:microsoft.com/office/officeart/2024/layout/NumberedTitleCardList#38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AB9F88-69FF-4EEA-A358-88161EE3D7B8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85059E-F944-4BA2-AC7E-7FCFE2B6451A}">
      <dgm:prSet phldrT="[Text]" phldr="0" custT="1"/>
      <dgm:spPr/>
      <dgm:t>
        <a:bodyPr/>
        <a:lstStyle/>
        <a:p>
          <a:r>
            <a:rPr lang="en-US" sz="4800" b="1" dirty="0">
              <a:latin typeface="+mj-lt"/>
            </a:rPr>
            <a:t>Level</a:t>
          </a:r>
        </a:p>
      </dgm:t>
    </dgm:pt>
    <dgm:pt modelId="{FDBB743B-8E6A-4429-9716-55F30B9285E8}" type="parTrans" cxnId="{D5AE4B08-B92E-4E85-9A0E-183A822DEEB7}">
      <dgm:prSet/>
      <dgm:spPr/>
      <dgm:t>
        <a:bodyPr/>
        <a:lstStyle/>
        <a:p>
          <a:endParaRPr lang="en-US"/>
        </a:p>
      </dgm:t>
    </dgm:pt>
    <dgm:pt modelId="{256246A8-A170-4B89-AA73-B54043C3C5C6}" type="sibTrans" cxnId="{D5AE4B08-B92E-4E85-9A0E-183A822DEEB7}">
      <dgm:prSet/>
      <dgm:spPr/>
      <dgm:t>
        <a:bodyPr/>
        <a:lstStyle/>
        <a:p>
          <a:endParaRPr lang="en-US"/>
        </a:p>
      </dgm:t>
    </dgm:pt>
    <dgm:pt modelId="{CE456492-E052-4ABF-8165-3FB0EDAC11BD}">
      <dgm:prSet phldrT="[Text]" custT="1"/>
      <dgm:spPr/>
      <dgm:t>
        <a:bodyPr/>
        <a:lstStyle/>
        <a:p>
          <a:pPr>
            <a:buNone/>
          </a:pPr>
          <a:r>
            <a:rPr lang="en-US" sz="2100" b="1" dirty="0"/>
            <a:t>Easy</a:t>
          </a:r>
          <a:r>
            <a:rPr lang="en-US" sz="2100" dirty="0"/>
            <a:t> </a:t>
          </a:r>
        </a:p>
        <a:p>
          <a:pPr>
            <a:buNone/>
          </a:pPr>
          <a:r>
            <a:rPr lang="en-US" sz="1600" dirty="0"/>
            <a:t>40 clues, 10:00. More clues, time to learn controls</a:t>
          </a:r>
        </a:p>
      </dgm:t>
    </dgm:pt>
    <dgm:pt modelId="{8118C565-9C6E-41CA-8C0F-C8BF441A4BE9}" type="parTrans" cxnId="{98FDE50A-6AE3-42B0-BD78-E21654C3CADA}">
      <dgm:prSet/>
      <dgm:spPr/>
      <dgm:t>
        <a:bodyPr/>
        <a:lstStyle/>
        <a:p>
          <a:endParaRPr lang="en-US"/>
        </a:p>
      </dgm:t>
    </dgm:pt>
    <dgm:pt modelId="{A45350AE-B279-4D8D-9811-FA4AB5568868}" type="sibTrans" cxnId="{98FDE50A-6AE3-42B0-BD78-E21654C3CADA}">
      <dgm:prSet/>
      <dgm:spPr/>
      <dgm:t>
        <a:bodyPr/>
        <a:lstStyle/>
        <a:p>
          <a:endParaRPr lang="en-US"/>
        </a:p>
      </dgm:t>
    </dgm:pt>
    <dgm:pt modelId="{7BE90377-AC19-4FD7-B365-B56F4C09671F}">
      <dgm:prSet phldrT="[Text]" custT="1"/>
      <dgm:spPr/>
      <dgm:t>
        <a:bodyPr/>
        <a:lstStyle/>
        <a:p>
          <a:pPr>
            <a:buNone/>
          </a:pPr>
          <a:r>
            <a:rPr lang="en-US" sz="2100" b="1" dirty="0"/>
            <a:t>Medium</a:t>
          </a:r>
          <a:r>
            <a:rPr lang="en-US" sz="2100" dirty="0"/>
            <a:t> </a:t>
          </a:r>
        </a:p>
        <a:p>
          <a:pPr>
            <a:buNone/>
          </a:pPr>
          <a:r>
            <a:rPr lang="en-US" sz="2100" dirty="0"/>
            <a:t> </a:t>
          </a:r>
          <a:r>
            <a:rPr lang="en-US" sz="1600" dirty="0"/>
            <a:t>32 clues, 7:00. Fewer clues, more empty cells</a:t>
          </a:r>
        </a:p>
      </dgm:t>
    </dgm:pt>
    <dgm:pt modelId="{0BAC9684-A79D-4E79-8B32-3EA26A7D1F0D}" type="parTrans" cxnId="{FE1B34A9-59E8-4B10-BDD1-C498DA2A68EC}">
      <dgm:prSet/>
      <dgm:spPr/>
      <dgm:t>
        <a:bodyPr/>
        <a:lstStyle/>
        <a:p>
          <a:endParaRPr lang="en-US"/>
        </a:p>
      </dgm:t>
    </dgm:pt>
    <dgm:pt modelId="{316DC61D-7F32-40D3-B388-E8E069E73CBB}" type="sibTrans" cxnId="{FE1B34A9-59E8-4B10-BDD1-C498DA2A68EC}">
      <dgm:prSet/>
      <dgm:spPr/>
      <dgm:t>
        <a:bodyPr/>
        <a:lstStyle/>
        <a:p>
          <a:endParaRPr lang="en-US"/>
        </a:p>
      </dgm:t>
    </dgm:pt>
    <dgm:pt modelId="{D4F994BB-4407-498B-A5A9-A17701953EE5}">
      <dgm:prSet phldrT="[Text]" custT="1"/>
      <dgm:spPr/>
      <dgm:t>
        <a:bodyPr/>
        <a:lstStyle/>
        <a:p>
          <a:pPr>
            <a:buNone/>
          </a:pPr>
          <a:r>
            <a:rPr lang="en-US" sz="2100" b="1" dirty="0"/>
            <a:t>Hard</a:t>
          </a:r>
          <a:r>
            <a:rPr lang="en-US" sz="2100" dirty="0"/>
            <a:t> </a:t>
          </a:r>
        </a:p>
        <a:p>
          <a:pPr>
            <a:buNone/>
          </a:pPr>
          <a:r>
            <a:rPr lang="en-US" sz="2100" dirty="0"/>
            <a:t> </a:t>
          </a:r>
          <a:r>
            <a:rPr lang="en-US" sz="1600" dirty="0"/>
            <a:t>26 clues, 5:00. Fewest clues, highest score</a:t>
          </a:r>
        </a:p>
      </dgm:t>
    </dgm:pt>
    <dgm:pt modelId="{9F049021-B569-4DA0-B4C0-50B81B88597D}" type="parTrans" cxnId="{4BD2C6AC-CDC0-4CA9-A27E-7E7576D86A18}">
      <dgm:prSet/>
      <dgm:spPr/>
      <dgm:t>
        <a:bodyPr/>
        <a:lstStyle/>
        <a:p>
          <a:endParaRPr lang="en-US"/>
        </a:p>
      </dgm:t>
    </dgm:pt>
    <dgm:pt modelId="{E7B4FD2E-CC77-4FA1-B2C8-4F3D6508964C}" type="sibTrans" cxnId="{4BD2C6AC-CDC0-4CA9-A27E-7E7576D86A18}">
      <dgm:prSet/>
      <dgm:spPr/>
      <dgm:t>
        <a:bodyPr/>
        <a:lstStyle/>
        <a:p>
          <a:endParaRPr lang="en-US"/>
        </a:p>
      </dgm:t>
    </dgm:pt>
    <dgm:pt modelId="{D6BA7528-4124-4CBF-8F1C-37DFE4CB4E95}" type="pres">
      <dgm:prSet presAssocID="{2CAB9F88-69FF-4EEA-A358-88161EE3D7B8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6EA6014C-8469-48F4-BA44-CC5D4A2EA5C4}" type="pres">
      <dgm:prSet presAssocID="{8485059E-F944-4BA2-AC7E-7FCFE2B6451A}" presName="hierRoot1" presStyleCnt="0">
        <dgm:presLayoutVars>
          <dgm:hierBranch val="init"/>
        </dgm:presLayoutVars>
      </dgm:prSet>
      <dgm:spPr/>
    </dgm:pt>
    <dgm:pt modelId="{A363A3B7-076F-4ABC-91E8-3F1A5F1460E3}" type="pres">
      <dgm:prSet presAssocID="{8485059E-F944-4BA2-AC7E-7FCFE2B6451A}" presName="rootComposite1" presStyleCnt="0"/>
      <dgm:spPr/>
    </dgm:pt>
    <dgm:pt modelId="{F9921591-D83F-466D-83A5-853DD70D0C3E}" type="pres">
      <dgm:prSet presAssocID="{8485059E-F944-4BA2-AC7E-7FCFE2B6451A}" presName="rootText1" presStyleLbl="node0" presStyleIdx="0" presStyleCnt="1" custScaleX="86015" custScaleY="76054" custLinFactNeighborY="-21881">
        <dgm:presLayoutVars>
          <dgm:chPref val="3"/>
        </dgm:presLayoutVars>
      </dgm:prSet>
      <dgm:spPr/>
    </dgm:pt>
    <dgm:pt modelId="{F344B29B-7590-48BA-A496-314A8D991338}" type="pres">
      <dgm:prSet presAssocID="{8485059E-F944-4BA2-AC7E-7FCFE2B6451A}" presName="rootConnector1" presStyleLbl="node1" presStyleIdx="0" presStyleCnt="0"/>
      <dgm:spPr/>
    </dgm:pt>
    <dgm:pt modelId="{D76D7358-BF88-45DE-B676-526EA56611FF}" type="pres">
      <dgm:prSet presAssocID="{8485059E-F944-4BA2-AC7E-7FCFE2B6451A}" presName="hierChild2" presStyleCnt="0"/>
      <dgm:spPr/>
    </dgm:pt>
    <dgm:pt modelId="{D3886FDF-E29A-425B-BAE1-9F041C103C77}" type="pres">
      <dgm:prSet presAssocID="{8118C565-9C6E-41CA-8C0F-C8BF441A4BE9}" presName="Name37" presStyleLbl="parChTrans1D2" presStyleIdx="0" presStyleCnt="3"/>
      <dgm:spPr/>
    </dgm:pt>
    <dgm:pt modelId="{B2E7B49B-7281-4EF9-BB86-C658F65EC3C2}" type="pres">
      <dgm:prSet presAssocID="{CE456492-E052-4ABF-8165-3FB0EDAC11BD}" presName="hierRoot2" presStyleCnt="0">
        <dgm:presLayoutVars>
          <dgm:hierBranch val="init"/>
        </dgm:presLayoutVars>
      </dgm:prSet>
      <dgm:spPr/>
    </dgm:pt>
    <dgm:pt modelId="{6DC60A98-22DD-4166-8687-01E3394D613E}" type="pres">
      <dgm:prSet presAssocID="{CE456492-E052-4ABF-8165-3FB0EDAC11BD}" presName="rootComposite" presStyleCnt="0"/>
      <dgm:spPr/>
    </dgm:pt>
    <dgm:pt modelId="{25184A8C-BD9B-44B0-A889-DAFD3A69059E}" type="pres">
      <dgm:prSet presAssocID="{CE456492-E052-4ABF-8165-3FB0EDAC11BD}" presName="rootText" presStyleLbl="node2" presStyleIdx="0" presStyleCnt="3">
        <dgm:presLayoutVars>
          <dgm:chPref val="3"/>
        </dgm:presLayoutVars>
      </dgm:prSet>
      <dgm:spPr/>
    </dgm:pt>
    <dgm:pt modelId="{618BAA59-CFD7-431D-8058-3B431B3DDF9A}" type="pres">
      <dgm:prSet presAssocID="{CE456492-E052-4ABF-8165-3FB0EDAC11BD}" presName="rootConnector" presStyleLbl="node2" presStyleIdx="0" presStyleCnt="3"/>
      <dgm:spPr/>
    </dgm:pt>
    <dgm:pt modelId="{22C8F373-38F9-44BE-A2B6-5799DA7F5AC0}" type="pres">
      <dgm:prSet presAssocID="{CE456492-E052-4ABF-8165-3FB0EDAC11BD}" presName="hierChild4" presStyleCnt="0"/>
      <dgm:spPr/>
    </dgm:pt>
    <dgm:pt modelId="{BA97186B-CA30-4C18-8EEA-F71FB445AF7E}" type="pres">
      <dgm:prSet presAssocID="{CE456492-E052-4ABF-8165-3FB0EDAC11BD}" presName="hierChild5" presStyleCnt="0"/>
      <dgm:spPr/>
    </dgm:pt>
    <dgm:pt modelId="{4AC04627-142C-45C2-835D-1AA499614EC2}" type="pres">
      <dgm:prSet presAssocID="{0BAC9684-A79D-4E79-8B32-3EA26A7D1F0D}" presName="Name37" presStyleLbl="parChTrans1D2" presStyleIdx="1" presStyleCnt="3"/>
      <dgm:spPr/>
    </dgm:pt>
    <dgm:pt modelId="{3587E507-6E39-409C-BBFC-BEAC38B722D3}" type="pres">
      <dgm:prSet presAssocID="{7BE90377-AC19-4FD7-B365-B56F4C09671F}" presName="hierRoot2" presStyleCnt="0">
        <dgm:presLayoutVars>
          <dgm:hierBranch val="init"/>
        </dgm:presLayoutVars>
      </dgm:prSet>
      <dgm:spPr/>
    </dgm:pt>
    <dgm:pt modelId="{D76240DC-B217-4A83-B07A-FC031A8540E3}" type="pres">
      <dgm:prSet presAssocID="{7BE90377-AC19-4FD7-B365-B56F4C09671F}" presName="rootComposite" presStyleCnt="0"/>
      <dgm:spPr/>
    </dgm:pt>
    <dgm:pt modelId="{65F32D97-D604-4FA6-92B2-129035013124}" type="pres">
      <dgm:prSet presAssocID="{7BE90377-AC19-4FD7-B365-B56F4C09671F}" presName="rootText" presStyleLbl="node2" presStyleIdx="1" presStyleCnt="3">
        <dgm:presLayoutVars>
          <dgm:chPref val="3"/>
        </dgm:presLayoutVars>
      </dgm:prSet>
      <dgm:spPr/>
    </dgm:pt>
    <dgm:pt modelId="{6F5F88B7-4D47-4247-81D7-63E10740652A}" type="pres">
      <dgm:prSet presAssocID="{7BE90377-AC19-4FD7-B365-B56F4C09671F}" presName="rootConnector" presStyleLbl="node2" presStyleIdx="1" presStyleCnt="3"/>
      <dgm:spPr/>
    </dgm:pt>
    <dgm:pt modelId="{8717ADD6-6E3E-4BF4-B6B6-CD518DF2D271}" type="pres">
      <dgm:prSet presAssocID="{7BE90377-AC19-4FD7-B365-B56F4C09671F}" presName="hierChild4" presStyleCnt="0"/>
      <dgm:spPr/>
    </dgm:pt>
    <dgm:pt modelId="{E69C3F27-06EC-4584-814D-F36EAE242638}" type="pres">
      <dgm:prSet presAssocID="{7BE90377-AC19-4FD7-B365-B56F4C09671F}" presName="hierChild5" presStyleCnt="0"/>
      <dgm:spPr/>
    </dgm:pt>
    <dgm:pt modelId="{E5792176-A519-4D03-AA4B-084013F1B682}" type="pres">
      <dgm:prSet presAssocID="{9F049021-B569-4DA0-B4C0-50B81B88597D}" presName="Name37" presStyleLbl="parChTrans1D2" presStyleIdx="2" presStyleCnt="3"/>
      <dgm:spPr/>
    </dgm:pt>
    <dgm:pt modelId="{5A927349-9553-4DA3-9DD1-DE8E5146215E}" type="pres">
      <dgm:prSet presAssocID="{D4F994BB-4407-498B-A5A9-A17701953EE5}" presName="hierRoot2" presStyleCnt="0">
        <dgm:presLayoutVars>
          <dgm:hierBranch val="init"/>
        </dgm:presLayoutVars>
      </dgm:prSet>
      <dgm:spPr/>
    </dgm:pt>
    <dgm:pt modelId="{3F0AB160-3A7B-4038-A076-E139A9FDD9AD}" type="pres">
      <dgm:prSet presAssocID="{D4F994BB-4407-498B-A5A9-A17701953EE5}" presName="rootComposite" presStyleCnt="0"/>
      <dgm:spPr/>
    </dgm:pt>
    <dgm:pt modelId="{FFB9F935-6CDA-471B-A72E-350B868A88AC}" type="pres">
      <dgm:prSet presAssocID="{D4F994BB-4407-498B-A5A9-A17701953EE5}" presName="rootText" presStyleLbl="node2" presStyleIdx="2" presStyleCnt="3">
        <dgm:presLayoutVars>
          <dgm:chPref val="3"/>
        </dgm:presLayoutVars>
      </dgm:prSet>
      <dgm:spPr/>
    </dgm:pt>
    <dgm:pt modelId="{362E7DD6-C44B-4E5A-A338-2CF35023E0C2}" type="pres">
      <dgm:prSet presAssocID="{D4F994BB-4407-498B-A5A9-A17701953EE5}" presName="rootConnector" presStyleLbl="node2" presStyleIdx="2" presStyleCnt="3"/>
      <dgm:spPr/>
    </dgm:pt>
    <dgm:pt modelId="{E1750A09-CC8C-4E65-931C-5C284D316718}" type="pres">
      <dgm:prSet presAssocID="{D4F994BB-4407-498B-A5A9-A17701953EE5}" presName="hierChild4" presStyleCnt="0"/>
      <dgm:spPr/>
    </dgm:pt>
    <dgm:pt modelId="{B4CD9CCA-9977-4B2B-B99E-B0E17DAF36BA}" type="pres">
      <dgm:prSet presAssocID="{D4F994BB-4407-498B-A5A9-A17701953EE5}" presName="hierChild5" presStyleCnt="0"/>
      <dgm:spPr/>
    </dgm:pt>
    <dgm:pt modelId="{FC06C897-2D2E-47A2-939A-6B5CB555A948}" type="pres">
      <dgm:prSet presAssocID="{8485059E-F944-4BA2-AC7E-7FCFE2B6451A}" presName="hierChild3" presStyleCnt="0"/>
      <dgm:spPr/>
    </dgm:pt>
  </dgm:ptLst>
  <dgm:cxnLst>
    <dgm:cxn modelId="{D5AE4B08-B92E-4E85-9A0E-183A822DEEB7}" srcId="{2CAB9F88-69FF-4EEA-A358-88161EE3D7B8}" destId="{8485059E-F944-4BA2-AC7E-7FCFE2B6451A}" srcOrd="0" destOrd="0" parTransId="{FDBB743B-8E6A-4429-9716-55F30B9285E8}" sibTransId="{256246A8-A170-4B89-AA73-B54043C3C5C6}"/>
    <dgm:cxn modelId="{98FDE50A-6AE3-42B0-BD78-E21654C3CADA}" srcId="{8485059E-F944-4BA2-AC7E-7FCFE2B6451A}" destId="{CE456492-E052-4ABF-8165-3FB0EDAC11BD}" srcOrd="0" destOrd="0" parTransId="{8118C565-9C6E-41CA-8C0F-C8BF441A4BE9}" sibTransId="{A45350AE-B279-4D8D-9811-FA4AB5568868}"/>
    <dgm:cxn modelId="{F3B40731-7DD5-4B9F-9778-59B844446371}" type="presOf" srcId="{CE456492-E052-4ABF-8165-3FB0EDAC11BD}" destId="{25184A8C-BD9B-44B0-A889-DAFD3A69059E}" srcOrd="0" destOrd="0" presId="urn:microsoft.com/office/officeart/2005/8/layout/orgChart1"/>
    <dgm:cxn modelId="{8F65FD3B-8F4E-4F7A-9D5C-5D56CFE502F2}" type="presOf" srcId="{7BE90377-AC19-4FD7-B365-B56F4C09671F}" destId="{65F32D97-D604-4FA6-92B2-129035013124}" srcOrd="0" destOrd="0" presId="urn:microsoft.com/office/officeart/2005/8/layout/orgChart1"/>
    <dgm:cxn modelId="{ADDB0C3F-D36F-4750-B00D-E35D25C4C299}" type="presOf" srcId="{8485059E-F944-4BA2-AC7E-7FCFE2B6451A}" destId="{F344B29B-7590-48BA-A496-314A8D991338}" srcOrd="1" destOrd="0" presId="urn:microsoft.com/office/officeart/2005/8/layout/orgChart1"/>
    <dgm:cxn modelId="{AB7F2293-4C59-47F5-BAFC-29B5214F2A96}" type="presOf" srcId="{8485059E-F944-4BA2-AC7E-7FCFE2B6451A}" destId="{F9921591-D83F-466D-83A5-853DD70D0C3E}" srcOrd="0" destOrd="0" presId="urn:microsoft.com/office/officeart/2005/8/layout/orgChart1"/>
    <dgm:cxn modelId="{FE1B34A9-59E8-4B10-BDD1-C498DA2A68EC}" srcId="{8485059E-F944-4BA2-AC7E-7FCFE2B6451A}" destId="{7BE90377-AC19-4FD7-B365-B56F4C09671F}" srcOrd="1" destOrd="0" parTransId="{0BAC9684-A79D-4E79-8B32-3EA26A7D1F0D}" sibTransId="{316DC61D-7F32-40D3-B388-E8E069E73CBB}"/>
    <dgm:cxn modelId="{4BD2C6AC-CDC0-4CA9-A27E-7E7576D86A18}" srcId="{8485059E-F944-4BA2-AC7E-7FCFE2B6451A}" destId="{D4F994BB-4407-498B-A5A9-A17701953EE5}" srcOrd="2" destOrd="0" parTransId="{9F049021-B569-4DA0-B4C0-50B81B88597D}" sibTransId="{E7B4FD2E-CC77-4FA1-B2C8-4F3D6508964C}"/>
    <dgm:cxn modelId="{4DAEC9B2-8580-435A-9F5B-0B847B93EAA4}" type="presOf" srcId="{0BAC9684-A79D-4E79-8B32-3EA26A7D1F0D}" destId="{4AC04627-142C-45C2-835D-1AA499614EC2}" srcOrd="0" destOrd="0" presId="urn:microsoft.com/office/officeart/2005/8/layout/orgChart1"/>
    <dgm:cxn modelId="{F11647B3-3CBB-479D-A511-62AA5F1B4787}" type="presOf" srcId="{9F049021-B569-4DA0-B4C0-50B81B88597D}" destId="{E5792176-A519-4D03-AA4B-084013F1B682}" srcOrd="0" destOrd="0" presId="urn:microsoft.com/office/officeart/2005/8/layout/orgChart1"/>
    <dgm:cxn modelId="{5FD304B6-5100-4AED-85C4-786A220F5194}" type="presOf" srcId="{2CAB9F88-69FF-4EEA-A358-88161EE3D7B8}" destId="{D6BA7528-4124-4CBF-8F1C-37DFE4CB4E95}" srcOrd="0" destOrd="0" presId="urn:microsoft.com/office/officeart/2005/8/layout/orgChart1"/>
    <dgm:cxn modelId="{643278BF-F765-4604-B48E-1EC6624EE89B}" type="presOf" srcId="{D4F994BB-4407-498B-A5A9-A17701953EE5}" destId="{362E7DD6-C44B-4E5A-A338-2CF35023E0C2}" srcOrd="1" destOrd="0" presId="urn:microsoft.com/office/officeart/2005/8/layout/orgChart1"/>
    <dgm:cxn modelId="{E1BE71C7-0497-43D2-9731-55FD96FADF40}" type="presOf" srcId="{D4F994BB-4407-498B-A5A9-A17701953EE5}" destId="{FFB9F935-6CDA-471B-A72E-350B868A88AC}" srcOrd="0" destOrd="0" presId="urn:microsoft.com/office/officeart/2005/8/layout/orgChart1"/>
    <dgm:cxn modelId="{D4548DD9-381D-4670-98A1-E4E651F59100}" type="presOf" srcId="{8118C565-9C6E-41CA-8C0F-C8BF441A4BE9}" destId="{D3886FDF-E29A-425B-BAE1-9F041C103C77}" srcOrd="0" destOrd="0" presId="urn:microsoft.com/office/officeart/2005/8/layout/orgChart1"/>
    <dgm:cxn modelId="{698745E1-D5BF-4475-86E5-F6A9911AC617}" type="presOf" srcId="{CE456492-E052-4ABF-8165-3FB0EDAC11BD}" destId="{618BAA59-CFD7-431D-8058-3B431B3DDF9A}" srcOrd="1" destOrd="0" presId="urn:microsoft.com/office/officeart/2005/8/layout/orgChart1"/>
    <dgm:cxn modelId="{93DE08ED-00E9-4088-90E7-2B3147DAA96D}" type="presOf" srcId="{7BE90377-AC19-4FD7-B365-B56F4C09671F}" destId="{6F5F88B7-4D47-4247-81D7-63E10740652A}" srcOrd="1" destOrd="0" presId="urn:microsoft.com/office/officeart/2005/8/layout/orgChart1"/>
    <dgm:cxn modelId="{86492A2A-2B4C-4D50-9DA1-A8EF4BEF286A}" type="presParOf" srcId="{D6BA7528-4124-4CBF-8F1C-37DFE4CB4E95}" destId="{6EA6014C-8469-48F4-BA44-CC5D4A2EA5C4}" srcOrd="0" destOrd="0" presId="urn:microsoft.com/office/officeart/2005/8/layout/orgChart1"/>
    <dgm:cxn modelId="{F72CEEFD-26BE-44C5-B2F8-D02D8B013329}" type="presParOf" srcId="{6EA6014C-8469-48F4-BA44-CC5D4A2EA5C4}" destId="{A363A3B7-076F-4ABC-91E8-3F1A5F1460E3}" srcOrd="0" destOrd="0" presId="urn:microsoft.com/office/officeart/2005/8/layout/orgChart1"/>
    <dgm:cxn modelId="{E2B114EE-CB60-4E3C-969B-6203D0D4CB12}" type="presParOf" srcId="{A363A3B7-076F-4ABC-91E8-3F1A5F1460E3}" destId="{F9921591-D83F-466D-83A5-853DD70D0C3E}" srcOrd="0" destOrd="0" presId="urn:microsoft.com/office/officeart/2005/8/layout/orgChart1"/>
    <dgm:cxn modelId="{6FF3A810-8448-401A-8D3C-80F3548A40C3}" type="presParOf" srcId="{A363A3B7-076F-4ABC-91E8-3F1A5F1460E3}" destId="{F344B29B-7590-48BA-A496-314A8D991338}" srcOrd="1" destOrd="0" presId="urn:microsoft.com/office/officeart/2005/8/layout/orgChart1"/>
    <dgm:cxn modelId="{408BB341-4C89-4619-AF11-ABE056CD51CD}" type="presParOf" srcId="{6EA6014C-8469-48F4-BA44-CC5D4A2EA5C4}" destId="{D76D7358-BF88-45DE-B676-526EA56611FF}" srcOrd="1" destOrd="0" presId="urn:microsoft.com/office/officeart/2005/8/layout/orgChart1"/>
    <dgm:cxn modelId="{5A4EF909-9708-4ACA-B14E-52DC7DAC721E}" type="presParOf" srcId="{D76D7358-BF88-45DE-B676-526EA56611FF}" destId="{D3886FDF-E29A-425B-BAE1-9F041C103C77}" srcOrd="0" destOrd="0" presId="urn:microsoft.com/office/officeart/2005/8/layout/orgChart1"/>
    <dgm:cxn modelId="{5ABC3A46-5875-465F-BDCA-FBF8245CEC88}" type="presParOf" srcId="{D76D7358-BF88-45DE-B676-526EA56611FF}" destId="{B2E7B49B-7281-4EF9-BB86-C658F65EC3C2}" srcOrd="1" destOrd="0" presId="urn:microsoft.com/office/officeart/2005/8/layout/orgChart1"/>
    <dgm:cxn modelId="{3F4B01C1-5F39-45C0-BE7C-32240A3187ED}" type="presParOf" srcId="{B2E7B49B-7281-4EF9-BB86-C658F65EC3C2}" destId="{6DC60A98-22DD-4166-8687-01E3394D613E}" srcOrd="0" destOrd="0" presId="urn:microsoft.com/office/officeart/2005/8/layout/orgChart1"/>
    <dgm:cxn modelId="{CA904004-ABDE-45A4-B4CE-D5C21D5D876C}" type="presParOf" srcId="{6DC60A98-22DD-4166-8687-01E3394D613E}" destId="{25184A8C-BD9B-44B0-A889-DAFD3A69059E}" srcOrd="0" destOrd="0" presId="urn:microsoft.com/office/officeart/2005/8/layout/orgChart1"/>
    <dgm:cxn modelId="{185A378F-A4A4-4E8E-9A4B-90C54B827322}" type="presParOf" srcId="{6DC60A98-22DD-4166-8687-01E3394D613E}" destId="{618BAA59-CFD7-431D-8058-3B431B3DDF9A}" srcOrd="1" destOrd="0" presId="urn:microsoft.com/office/officeart/2005/8/layout/orgChart1"/>
    <dgm:cxn modelId="{45D1BA6C-2146-4496-8258-272C2731A9E3}" type="presParOf" srcId="{B2E7B49B-7281-4EF9-BB86-C658F65EC3C2}" destId="{22C8F373-38F9-44BE-A2B6-5799DA7F5AC0}" srcOrd="1" destOrd="0" presId="urn:microsoft.com/office/officeart/2005/8/layout/orgChart1"/>
    <dgm:cxn modelId="{7421E705-418A-4F6C-9074-0DD44C606918}" type="presParOf" srcId="{B2E7B49B-7281-4EF9-BB86-C658F65EC3C2}" destId="{BA97186B-CA30-4C18-8EEA-F71FB445AF7E}" srcOrd="2" destOrd="0" presId="urn:microsoft.com/office/officeart/2005/8/layout/orgChart1"/>
    <dgm:cxn modelId="{7B0793E0-C55B-4C9D-99BB-ED0E4829CAE8}" type="presParOf" srcId="{D76D7358-BF88-45DE-B676-526EA56611FF}" destId="{4AC04627-142C-45C2-835D-1AA499614EC2}" srcOrd="2" destOrd="0" presId="urn:microsoft.com/office/officeart/2005/8/layout/orgChart1"/>
    <dgm:cxn modelId="{0F7EACE1-F4EA-4D22-AB4E-58FB32EFF594}" type="presParOf" srcId="{D76D7358-BF88-45DE-B676-526EA56611FF}" destId="{3587E507-6E39-409C-BBFC-BEAC38B722D3}" srcOrd="3" destOrd="0" presId="urn:microsoft.com/office/officeart/2005/8/layout/orgChart1"/>
    <dgm:cxn modelId="{4D50B84F-F641-4154-BD63-D5C8AAD2836C}" type="presParOf" srcId="{3587E507-6E39-409C-BBFC-BEAC38B722D3}" destId="{D76240DC-B217-4A83-B07A-FC031A8540E3}" srcOrd="0" destOrd="0" presId="urn:microsoft.com/office/officeart/2005/8/layout/orgChart1"/>
    <dgm:cxn modelId="{6166FF61-3EDE-49F3-BB8C-E4030AE9A8C9}" type="presParOf" srcId="{D76240DC-B217-4A83-B07A-FC031A8540E3}" destId="{65F32D97-D604-4FA6-92B2-129035013124}" srcOrd="0" destOrd="0" presId="urn:microsoft.com/office/officeart/2005/8/layout/orgChart1"/>
    <dgm:cxn modelId="{006D0F34-5459-49DA-B2E8-2093BEF6312F}" type="presParOf" srcId="{D76240DC-B217-4A83-B07A-FC031A8540E3}" destId="{6F5F88B7-4D47-4247-81D7-63E10740652A}" srcOrd="1" destOrd="0" presId="urn:microsoft.com/office/officeart/2005/8/layout/orgChart1"/>
    <dgm:cxn modelId="{3D178B51-071A-4F3B-B22B-FC3992D51EBF}" type="presParOf" srcId="{3587E507-6E39-409C-BBFC-BEAC38B722D3}" destId="{8717ADD6-6E3E-4BF4-B6B6-CD518DF2D271}" srcOrd="1" destOrd="0" presId="urn:microsoft.com/office/officeart/2005/8/layout/orgChart1"/>
    <dgm:cxn modelId="{C6F1B57C-E263-4ADF-AA47-096305CEE6DB}" type="presParOf" srcId="{3587E507-6E39-409C-BBFC-BEAC38B722D3}" destId="{E69C3F27-06EC-4584-814D-F36EAE242638}" srcOrd="2" destOrd="0" presId="urn:microsoft.com/office/officeart/2005/8/layout/orgChart1"/>
    <dgm:cxn modelId="{9EB3697E-A7DA-4D07-99B3-B95A490957E1}" type="presParOf" srcId="{D76D7358-BF88-45DE-B676-526EA56611FF}" destId="{E5792176-A519-4D03-AA4B-084013F1B682}" srcOrd="4" destOrd="0" presId="urn:microsoft.com/office/officeart/2005/8/layout/orgChart1"/>
    <dgm:cxn modelId="{8AA4229E-1CF5-4CEB-BDC6-18D1FAB0546A}" type="presParOf" srcId="{D76D7358-BF88-45DE-B676-526EA56611FF}" destId="{5A927349-9553-4DA3-9DD1-DE8E5146215E}" srcOrd="5" destOrd="0" presId="urn:microsoft.com/office/officeart/2005/8/layout/orgChart1"/>
    <dgm:cxn modelId="{9A3C366C-4A2F-4206-AA80-7273CD3489C8}" type="presParOf" srcId="{5A927349-9553-4DA3-9DD1-DE8E5146215E}" destId="{3F0AB160-3A7B-4038-A076-E139A9FDD9AD}" srcOrd="0" destOrd="0" presId="urn:microsoft.com/office/officeart/2005/8/layout/orgChart1"/>
    <dgm:cxn modelId="{F9D73549-867B-487B-9D47-365E48A844F8}" type="presParOf" srcId="{3F0AB160-3A7B-4038-A076-E139A9FDD9AD}" destId="{FFB9F935-6CDA-471B-A72E-350B868A88AC}" srcOrd="0" destOrd="0" presId="urn:microsoft.com/office/officeart/2005/8/layout/orgChart1"/>
    <dgm:cxn modelId="{382D3622-37FF-409E-9D56-0BA16EBDABC7}" type="presParOf" srcId="{3F0AB160-3A7B-4038-A076-E139A9FDD9AD}" destId="{362E7DD6-C44B-4E5A-A338-2CF35023E0C2}" srcOrd="1" destOrd="0" presId="urn:microsoft.com/office/officeart/2005/8/layout/orgChart1"/>
    <dgm:cxn modelId="{0FDA7B6D-F0B6-4D39-ABAD-4EECDCC3A592}" type="presParOf" srcId="{5A927349-9553-4DA3-9DD1-DE8E5146215E}" destId="{E1750A09-CC8C-4E65-931C-5C284D316718}" srcOrd="1" destOrd="0" presId="urn:microsoft.com/office/officeart/2005/8/layout/orgChart1"/>
    <dgm:cxn modelId="{E736B384-7575-41A6-8248-189F8EF51433}" type="presParOf" srcId="{5A927349-9553-4DA3-9DD1-DE8E5146215E}" destId="{B4CD9CCA-9977-4B2B-B99E-B0E17DAF36BA}" srcOrd="2" destOrd="0" presId="urn:microsoft.com/office/officeart/2005/8/layout/orgChart1"/>
    <dgm:cxn modelId="{5C2F8332-1BD2-46BC-AD08-DC8733731EF0}" type="presParOf" srcId="{6EA6014C-8469-48F4-BA44-CC5D4A2EA5C4}" destId="{FC06C897-2D2E-47A2-939A-6B5CB555A948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4031DD0E-53AE-410C-B25E-1A9B35B94E3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CFE0825-892D-437A-A07C-85FDE50C8C5F}">
      <dgm:prSet phldrT="[Text]" custT="1"/>
      <dgm:spPr/>
      <dgm:t>
        <a:bodyPr/>
        <a:lstStyle/>
        <a:p>
          <a:pPr>
            <a:buNone/>
          </a:pPr>
          <a:r>
            <a:rPr lang="en-US" sz="1600" b="1" dirty="0">
              <a:latin typeface="+mj-lt"/>
            </a:rPr>
            <a:t>Timer Behavior</a:t>
          </a:r>
        </a:p>
        <a:p>
          <a:pPr>
            <a:buNone/>
          </a:pPr>
          <a:br>
            <a:rPr lang="en-US" sz="1600" dirty="0"/>
          </a:br>
          <a:r>
            <a:rPr lang="en-US" sz="1600" dirty="0">
              <a:latin typeface="Cambria" panose="02040503050406030204" pitchFamily="18" charset="0"/>
              <a:ea typeface="Cambria" panose="02040503050406030204" pitchFamily="18" charset="0"/>
            </a:rPr>
            <a:t>Starts on the first real action selecting a cell, entering a number, erase, undo, or hint.</a:t>
          </a:r>
          <a:br>
            <a:rPr lang="en-US" sz="1600" dirty="0">
              <a:latin typeface="Cambria" panose="02040503050406030204" pitchFamily="18" charset="0"/>
              <a:ea typeface="Cambria" panose="02040503050406030204" pitchFamily="18" charset="0"/>
            </a:rPr>
          </a:br>
          <a:r>
            <a:rPr lang="en-US" sz="1600" dirty="0">
              <a:latin typeface="Cambria" panose="02040503050406030204" pitchFamily="18" charset="0"/>
              <a:ea typeface="Cambria" panose="02040503050406030204" pitchFamily="18" charset="0"/>
            </a:rPr>
            <a:t>At 00:00 the game ends, and a new shuffled puzzle of the same level starts automatically.</a:t>
          </a:r>
        </a:p>
      </dgm:t>
    </dgm:pt>
    <dgm:pt modelId="{D73D02CE-4BC5-4B7F-B2A1-2F05BDF23DE8}" type="parTrans" cxnId="{F8EE4EA4-32F4-4A07-9561-AA99FB094B93}">
      <dgm:prSet/>
      <dgm:spPr/>
      <dgm:t>
        <a:bodyPr/>
        <a:lstStyle/>
        <a:p>
          <a:endParaRPr lang="en-US"/>
        </a:p>
      </dgm:t>
    </dgm:pt>
    <dgm:pt modelId="{801E6E4A-C3E1-410C-A806-3F9D7E662BD2}" type="sibTrans" cxnId="{F8EE4EA4-32F4-4A07-9561-AA99FB094B93}">
      <dgm:prSet/>
      <dgm:spPr/>
      <dgm:t>
        <a:bodyPr/>
        <a:lstStyle/>
        <a:p>
          <a:endParaRPr lang="en-US"/>
        </a:p>
      </dgm:t>
    </dgm:pt>
    <dgm:pt modelId="{4C82C6B3-D98E-4266-8A5C-080810654A49}" type="pres">
      <dgm:prSet presAssocID="{4031DD0E-53AE-410C-B25E-1A9B35B94E36}" presName="linear" presStyleCnt="0">
        <dgm:presLayoutVars>
          <dgm:animLvl val="lvl"/>
          <dgm:resizeHandles val="exact"/>
        </dgm:presLayoutVars>
      </dgm:prSet>
      <dgm:spPr/>
    </dgm:pt>
    <dgm:pt modelId="{20D16C63-9F05-49BE-9B43-15959E984FBE}" type="pres">
      <dgm:prSet presAssocID="{DCFE0825-892D-437A-A07C-85FDE50C8C5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E8ED30A-074D-4A6B-8CF2-6EBF079416F1}" type="presOf" srcId="{4031DD0E-53AE-410C-B25E-1A9B35B94E36}" destId="{4C82C6B3-D98E-4266-8A5C-080810654A49}" srcOrd="0" destOrd="0" presId="urn:microsoft.com/office/officeart/2005/8/layout/vList2"/>
    <dgm:cxn modelId="{F8EE4EA4-32F4-4A07-9561-AA99FB094B93}" srcId="{4031DD0E-53AE-410C-B25E-1A9B35B94E36}" destId="{DCFE0825-892D-437A-A07C-85FDE50C8C5F}" srcOrd="0" destOrd="0" parTransId="{D73D02CE-4BC5-4B7F-B2A1-2F05BDF23DE8}" sibTransId="{801E6E4A-C3E1-410C-A806-3F9D7E662BD2}"/>
    <dgm:cxn modelId="{E0D78CEE-060A-4FDF-BC34-DCFCFB8E9199}" type="presOf" srcId="{DCFE0825-892D-437A-A07C-85FDE50C8C5F}" destId="{20D16C63-9F05-49BE-9B43-15959E984FBE}" srcOrd="0" destOrd="0" presId="urn:microsoft.com/office/officeart/2005/8/layout/vList2"/>
    <dgm:cxn modelId="{277FEE7A-EA9C-4E0D-B7E6-F4D132ED71FE}" type="presParOf" srcId="{4C82C6B3-D98E-4266-8A5C-080810654A49}" destId="{20D16C63-9F05-49BE-9B43-15959E984FB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844E2A0-C8F8-4DCB-9560-B567DA4FFF5F}" type="doc">
      <dgm:prSet loTypeId="urn:microsoft.com/office/officeart/2005/8/layout/process1" loCatId="process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643BA441-2D69-412E-8238-E50B06A1FDEB}">
      <dgm:prSet phldrT="[Text]" custT="1"/>
      <dgm:spPr/>
      <dgm:t>
        <a:bodyPr/>
        <a:lstStyle/>
        <a:p>
          <a:pPr>
            <a:buNone/>
          </a:pPr>
          <a:r>
            <a:rPr lang="en-US" sz="2000" b="1" dirty="0"/>
            <a:t>Fill Diagonal Boxes</a:t>
          </a:r>
        </a:p>
        <a:p>
          <a:pPr>
            <a:buNone/>
          </a:pPr>
          <a:r>
            <a:rPr lang="en-US" sz="1700" dirty="0"/>
            <a:t> </a:t>
          </a:r>
          <a:r>
            <a:rPr lang="en-US" sz="1600" dirty="0"/>
            <a:t>The three non-overlapping 3×3 boxes are filled with shuffled 1–9 values as a valid start.</a:t>
          </a:r>
        </a:p>
      </dgm:t>
    </dgm:pt>
    <dgm:pt modelId="{40C0823B-524F-46E3-9DE9-A3CAA3230D0A}" type="parTrans" cxnId="{606D2D21-1F5F-42D8-A282-7E0170A665C0}">
      <dgm:prSet/>
      <dgm:spPr/>
      <dgm:t>
        <a:bodyPr/>
        <a:lstStyle/>
        <a:p>
          <a:endParaRPr lang="en-US"/>
        </a:p>
      </dgm:t>
    </dgm:pt>
    <dgm:pt modelId="{DA29C982-6A82-480F-A9D5-FD747BFC81C7}" type="sibTrans" cxnId="{606D2D21-1F5F-42D8-A282-7E0170A665C0}">
      <dgm:prSet/>
      <dgm:spPr/>
      <dgm:t>
        <a:bodyPr/>
        <a:lstStyle/>
        <a:p>
          <a:endParaRPr lang="en-US"/>
        </a:p>
      </dgm:t>
    </dgm:pt>
    <dgm:pt modelId="{7EF8E1BB-D725-43A5-AAB9-AF7AC04091CE}">
      <dgm:prSet phldrT="[Text]" custT="1"/>
      <dgm:spPr/>
      <dgm:t>
        <a:bodyPr/>
        <a:lstStyle/>
        <a:p>
          <a:pPr>
            <a:buNone/>
          </a:pPr>
          <a:r>
            <a:rPr lang="en-US" sz="2000" b="1" dirty="0"/>
            <a:t>Solve the Rest</a:t>
          </a:r>
          <a:r>
            <a:rPr lang="en-US" sz="2000" dirty="0"/>
            <a:t> </a:t>
          </a:r>
        </a:p>
        <a:p>
          <a:pPr>
            <a:buNone/>
          </a:pPr>
          <a:endParaRPr lang="en-US" sz="1800" dirty="0"/>
        </a:p>
        <a:p>
          <a:pPr>
            <a:buNone/>
          </a:pPr>
          <a:r>
            <a:rPr lang="en-US" sz="1400" dirty="0"/>
            <a:t> </a:t>
          </a:r>
          <a:r>
            <a:rPr lang="en-US" sz="1600" dirty="0"/>
            <a:t>The CSP solver completes the remaining cells into a full valid grid.</a:t>
          </a:r>
        </a:p>
      </dgm:t>
    </dgm:pt>
    <dgm:pt modelId="{C2CD9D25-84E5-47B0-A236-5B9103A93370}" type="parTrans" cxnId="{EDB79E78-9AE9-4E0B-B0B0-8804CF4AF368}">
      <dgm:prSet/>
      <dgm:spPr/>
      <dgm:t>
        <a:bodyPr/>
        <a:lstStyle/>
        <a:p>
          <a:endParaRPr lang="en-US"/>
        </a:p>
      </dgm:t>
    </dgm:pt>
    <dgm:pt modelId="{6E61E701-8E78-4329-8F9D-156C2A27DDC5}" type="sibTrans" cxnId="{EDB79E78-9AE9-4E0B-B0B0-8804CF4AF368}">
      <dgm:prSet/>
      <dgm:spPr/>
      <dgm:t>
        <a:bodyPr/>
        <a:lstStyle/>
        <a:p>
          <a:endParaRPr lang="en-US"/>
        </a:p>
      </dgm:t>
    </dgm:pt>
    <dgm:pt modelId="{7F39E931-42DF-4027-9C5E-1CC6077442BC}">
      <dgm:prSet phldrT="[Text]" custT="1"/>
      <dgm:spPr/>
      <dgm:t>
        <a:bodyPr/>
        <a:lstStyle/>
        <a:p>
          <a:pPr>
            <a:buNone/>
          </a:pPr>
          <a:r>
            <a:rPr lang="en-US" sz="1800" b="1" dirty="0"/>
            <a:t>Shuffle Safely</a:t>
          </a:r>
        </a:p>
        <a:p>
          <a:pPr>
            <a:buNone/>
          </a:pPr>
          <a:endParaRPr lang="en-US" sz="1800" b="1" dirty="0"/>
        </a:p>
        <a:p>
          <a:pPr>
            <a:buNone/>
          </a:pPr>
          <a:r>
            <a:rPr lang="en-US" sz="1800" dirty="0"/>
            <a:t> </a:t>
          </a:r>
          <a:r>
            <a:rPr lang="en-US" sz="1600" dirty="0"/>
            <a:t>Rows and columns swapped, digits relabeled  validity preserved.</a:t>
          </a:r>
        </a:p>
      </dgm:t>
    </dgm:pt>
    <dgm:pt modelId="{D408069C-8E8F-4AFA-A6A8-DCB79D3F69EF}" type="parTrans" cxnId="{F8153923-4EBD-4CB4-9546-5A30A91E6E56}">
      <dgm:prSet/>
      <dgm:spPr/>
      <dgm:t>
        <a:bodyPr/>
        <a:lstStyle/>
        <a:p>
          <a:endParaRPr lang="en-US"/>
        </a:p>
      </dgm:t>
    </dgm:pt>
    <dgm:pt modelId="{DF466DB7-8CCB-4FD7-8B62-FB9A57527E31}" type="sibTrans" cxnId="{F8153923-4EBD-4CB4-9546-5A30A91E6E56}">
      <dgm:prSet/>
      <dgm:spPr>
        <a:solidFill>
          <a:schemeClr val="accent1"/>
        </a:solidFill>
      </dgm:spPr>
      <dgm:t>
        <a:bodyPr/>
        <a:lstStyle/>
        <a:p>
          <a:endParaRPr lang="en-US"/>
        </a:p>
      </dgm:t>
    </dgm:pt>
    <dgm:pt modelId="{275A6EA9-3F74-4FDD-B81F-05DDF3FD93F1}">
      <dgm:prSet phldrT="[Text]" custT="1"/>
      <dgm:spPr/>
      <dgm:t>
        <a:bodyPr/>
        <a:lstStyle/>
        <a:p>
          <a:pPr>
            <a:buNone/>
          </a:pPr>
          <a:r>
            <a:rPr lang="en-US" sz="1600" b="1" dirty="0"/>
            <a:t>Remove Clues Carefully</a:t>
          </a:r>
          <a:r>
            <a:rPr lang="en-US" sz="1600" dirty="0"/>
            <a:t> </a:t>
          </a:r>
        </a:p>
        <a:p>
          <a:pPr>
            <a:buNone/>
          </a:pPr>
          <a:r>
            <a:rPr lang="en-US" sz="1800" dirty="0"/>
            <a:t> </a:t>
          </a:r>
          <a:r>
            <a:rPr lang="en-US" sz="1600" dirty="0"/>
            <a:t>Numbers are deleted down to the level's clue count, keeping exactly one solution</a:t>
          </a:r>
          <a:r>
            <a:rPr lang="en-US" sz="1400" dirty="0"/>
            <a:t>.</a:t>
          </a:r>
        </a:p>
      </dgm:t>
    </dgm:pt>
    <dgm:pt modelId="{C0740B53-5A4B-4952-91F1-7539E98B73ED}" type="parTrans" cxnId="{1DD6C47E-6D8B-4325-9565-20C21318F6C5}">
      <dgm:prSet/>
      <dgm:spPr/>
      <dgm:t>
        <a:bodyPr/>
        <a:lstStyle/>
        <a:p>
          <a:endParaRPr lang="en-US"/>
        </a:p>
      </dgm:t>
    </dgm:pt>
    <dgm:pt modelId="{8C2FED6C-7881-4D91-A6BB-C88BF4D87589}" type="sibTrans" cxnId="{1DD6C47E-6D8B-4325-9565-20C21318F6C5}">
      <dgm:prSet/>
      <dgm:spPr/>
      <dgm:t>
        <a:bodyPr/>
        <a:lstStyle/>
        <a:p>
          <a:endParaRPr lang="en-US"/>
        </a:p>
      </dgm:t>
    </dgm:pt>
    <dgm:pt modelId="{679F02FB-2476-4C5C-8D5A-5E91BD96635E}" type="pres">
      <dgm:prSet presAssocID="{0844E2A0-C8F8-4DCB-9560-B567DA4FFF5F}" presName="Name0" presStyleCnt="0">
        <dgm:presLayoutVars>
          <dgm:dir/>
          <dgm:resizeHandles val="exact"/>
        </dgm:presLayoutVars>
      </dgm:prSet>
      <dgm:spPr/>
    </dgm:pt>
    <dgm:pt modelId="{0508B272-FEBD-439A-8476-5549533CEEFA}" type="pres">
      <dgm:prSet presAssocID="{643BA441-2D69-412E-8238-E50B06A1FDEB}" presName="node" presStyleLbl="node1" presStyleIdx="0" presStyleCnt="4" custScaleX="111736" custScaleY="129457" custLinFactNeighborX="-278" custLinFactNeighborY="-1447">
        <dgm:presLayoutVars>
          <dgm:bulletEnabled val="1"/>
        </dgm:presLayoutVars>
      </dgm:prSet>
      <dgm:spPr/>
    </dgm:pt>
    <dgm:pt modelId="{BC6F0819-29C1-46F1-8896-21452F7E81AF}" type="pres">
      <dgm:prSet presAssocID="{DA29C982-6A82-480F-A9D5-FD747BFC81C7}" presName="sibTrans" presStyleLbl="sibTrans2D1" presStyleIdx="0" presStyleCnt="3"/>
      <dgm:spPr/>
    </dgm:pt>
    <dgm:pt modelId="{63F8A68C-8EDB-4064-B72D-9FAF55E71184}" type="pres">
      <dgm:prSet presAssocID="{DA29C982-6A82-480F-A9D5-FD747BFC81C7}" presName="connectorText" presStyleLbl="sibTrans2D1" presStyleIdx="0" presStyleCnt="3"/>
      <dgm:spPr/>
    </dgm:pt>
    <dgm:pt modelId="{6A7A4D9B-4A7E-4BFE-99F1-DA4BCF86B7A2}" type="pres">
      <dgm:prSet presAssocID="{7EF8E1BB-D725-43A5-AAB9-AF7AC04091CE}" presName="node" presStyleLbl="node1" presStyleIdx="1" presStyleCnt="4" custScaleX="118017" custScaleY="133289">
        <dgm:presLayoutVars>
          <dgm:bulletEnabled val="1"/>
        </dgm:presLayoutVars>
      </dgm:prSet>
      <dgm:spPr/>
    </dgm:pt>
    <dgm:pt modelId="{477A4BC5-06BD-48CB-B9B8-00E9BFB93625}" type="pres">
      <dgm:prSet presAssocID="{6E61E701-8E78-4329-8F9D-156C2A27DDC5}" presName="sibTrans" presStyleLbl="sibTrans2D1" presStyleIdx="1" presStyleCnt="3"/>
      <dgm:spPr/>
    </dgm:pt>
    <dgm:pt modelId="{61554633-37E1-47BC-B95F-D246D5B229EC}" type="pres">
      <dgm:prSet presAssocID="{6E61E701-8E78-4329-8F9D-156C2A27DDC5}" presName="connectorText" presStyleLbl="sibTrans2D1" presStyleIdx="1" presStyleCnt="3"/>
      <dgm:spPr/>
    </dgm:pt>
    <dgm:pt modelId="{02DA5B00-BE4B-4C15-84D2-31C4498B72A9}" type="pres">
      <dgm:prSet presAssocID="{7F39E931-42DF-4027-9C5E-1CC6077442BC}" presName="node" presStyleLbl="node1" presStyleIdx="2" presStyleCnt="4" custScaleX="114399" custScaleY="135301">
        <dgm:presLayoutVars>
          <dgm:bulletEnabled val="1"/>
        </dgm:presLayoutVars>
      </dgm:prSet>
      <dgm:spPr/>
    </dgm:pt>
    <dgm:pt modelId="{631F3749-F7AB-4834-8A05-F120CB5C86AA}" type="pres">
      <dgm:prSet presAssocID="{DF466DB7-8CCB-4FD7-8B62-FB9A57527E31}" presName="sibTrans" presStyleLbl="sibTrans2D1" presStyleIdx="2" presStyleCnt="3"/>
      <dgm:spPr/>
    </dgm:pt>
    <dgm:pt modelId="{A346E01E-4138-4E2E-B0CF-232494896524}" type="pres">
      <dgm:prSet presAssocID="{DF466DB7-8CCB-4FD7-8B62-FB9A57527E31}" presName="connectorText" presStyleLbl="sibTrans2D1" presStyleIdx="2" presStyleCnt="3"/>
      <dgm:spPr/>
    </dgm:pt>
    <dgm:pt modelId="{73AD4E37-E8B5-43D2-A05D-6415B28F15C1}" type="pres">
      <dgm:prSet presAssocID="{275A6EA9-3F74-4FDD-B81F-05DDF3FD93F1}" presName="node" presStyleLbl="node1" presStyleIdx="3" presStyleCnt="4" custScaleX="118290" custScaleY="137042">
        <dgm:presLayoutVars>
          <dgm:bulletEnabled val="1"/>
        </dgm:presLayoutVars>
      </dgm:prSet>
      <dgm:spPr/>
    </dgm:pt>
  </dgm:ptLst>
  <dgm:cxnLst>
    <dgm:cxn modelId="{7AE53500-DAAC-4F84-BDAF-8AAD70B74F58}" type="presOf" srcId="{DF466DB7-8CCB-4FD7-8B62-FB9A57527E31}" destId="{A346E01E-4138-4E2E-B0CF-232494896524}" srcOrd="1" destOrd="0" presId="urn:microsoft.com/office/officeart/2005/8/layout/process1"/>
    <dgm:cxn modelId="{A948B101-654D-4C25-B007-D79A17CE3AA7}" type="presOf" srcId="{643BA441-2D69-412E-8238-E50B06A1FDEB}" destId="{0508B272-FEBD-439A-8476-5549533CEEFA}" srcOrd="0" destOrd="0" presId="urn:microsoft.com/office/officeart/2005/8/layout/process1"/>
    <dgm:cxn modelId="{1D63AC11-3B43-4C87-A0F2-7B95F0134D22}" type="presOf" srcId="{DF466DB7-8CCB-4FD7-8B62-FB9A57527E31}" destId="{631F3749-F7AB-4834-8A05-F120CB5C86AA}" srcOrd="0" destOrd="0" presId="urn:microsoft.com/office/officeart/2005/8/layout/process1"/>
    <dgm:cxn modelId="{606D2D21-1F5F-42D8-A282-7E0170A665C0}" srcId="{0844E2A0-C8F8-4DCB-9560-B567DA4FFF5F}" destId="{643BA441-2D69-412E-8238-E50B06A1FDEB}" srcOrd="0" destOrd="0" parTransId="{40C0823B-524F-46E3-9DE9-A3CAA3230D0A}" sibTransId="{DA29C982-6A82-480F-A9D5-FD747BFC81C7}"/>
    <dgm:cxn modelId="{F8153923-4EBD-4CB4-9546-5A30A91E6E56}" srcId="{0844E2A0-C8F8-4DCB-9560-B567DA4FFF5F}" destId="{7F39E931-42DF-4027-9C5E-1CC6077442BC}" srcOrd="2" destOrd="0" parTransId="{D408069C-8E8F-4AFA-A6A8-DCB79D3F69EF}" sibTransId="{DF466DB7-8CCB-4FD7-8B62-FB9A57527E31}"/>
    <dgm:cxn modelId="{5144CF53-E796-402C-AD39-BEAC87079BD7}" type="presOf" srcId="{0844E2A0-C8F8-4DCB-9560-B567DA4FFF5F}" destId="{679F02FB-2476-4C5C-8D5A-5E91BD96635E}" srcOrd="0" destOrd="0" presId="urn:microsoft.com/office/officeart/2005/8/layout/process1"/>
    <dgm:cxn modelId="{5E84B455-C6D2-49BE-924E-D5184663D131}" type="presOf" srcId="{7F39E931-42DF-4027-9C5E-1CC6077442BC}" destId="{02DA5B00-BE4B-4C15-84D2-31C4498B72A9}" srcOrd="0" destOrd="0" presId="urn:microsoft.com/office/officeart/2005/8/layout/process1"/>
    <dgm:cxn modelId="{EDB79E78-9AE9-4E0B-B0B0-8804CF4AF368}" srcId="{0844E2A0-C8F8-4DCB-9560-B567DA4FFF5F}" destId="{7EF8E1BB-D725-43A5-AAB9-AF7AC04091CE}" srcOrd="1" destOrd="0" parTransId="{C2CD9D25-84E5-47B0-A236-5B9103A93370}" sibTransId="{6E61E701-8E78-4329-8F9D-156C2A27DDC5}"/>
    <dgm:cxn modelId="{1DD6C47E-6D8B-4325-9565-20C21318F6C5}" srcId="{0844E2A0-C8F8-4DCB-9560-B567DA4FFF5F}" destId="{275A6EA9-3F74-4FDD-B81F-05DDF3FD93F1}" srcOrd="3" destOrd="0" parTransId="{C0740B53-5A4B-4952-91F1-7539E98B73ED}" sibTransId="{8C2FED6C-7881-4D91-A6BB-C88BF4D87589}"/>
    <dgm:cxn modelId="{42015687-03AB-438E-9A6B-B400DC927457}" type="presOf" srcId="{275A6EA9-3F74-4FDD-B81F-05DDF3FD93F1}" destId="{73AD4E37-E8B5-43D2-A05D-6415B28F15C1}" srcOrd="0" destOrd="0" presId="urn:microsoft.com/office/officeart/2005/8/layout/process1"/>
    <dgm:cxn modelId="{957E348F-C168-4C7D-B644-E81B84E3E456}" type="presOf" srcId="{6E61E701-8E78-4329-8F9D-156C2A27DDC5}" destId="{477A4BC5-06BD-48CB-B9B8-00E9BFB93625}" srcOrd="0" destOrd="0" presId="urn:microsoft.com/office/officeart/2005/8/layout/process1"/>
    <dgm:cxn modelId="{22BA5091-48A4-4156-87E3-E9142C0F21EA}" type="presOf" srcId="{DA29C982-6A82-480F-A9D5-FD747BFC81C7}" destId="{63F8A68C-8EDB-4064-B72D-9FAF55E71184}" srcOrd="1" destOrd="0" presId="urn:microsoft.com/office/officeart/2005/8/layout/process1"/>
    <dgm:cxn modelId="{6BE7EDAA-14D1-402D-A118-6C330E93A04B}" type="presOf" srcId="{6E61E701-8E78-4329-8F9D-156C2A27DDC5}" destId="{61554633-37E1-47BC-B95F-D246D5B229EC}" srcOrd="1" destOrd="0" presId="urn:microsoft.com/office/officeart/2005/8/layout/process1"/>
    <dgm:cxn modelId="{D36964B5-95E0-4C83-B1B6-D2C0659B6750}" type="presOf" srcId="{DA29C982-6A82-480F-A9D5-FD747BFC81C7}" destId="{BC6F0819-29C1-46F1-8896-21452F7E81AF}" srcOrd="0" destOrd="0" presId="urn:microsoft.com/office/officeart/2005/8/layout/process1"/>
    <dgm:cxn modelId="{DD3C8BBE-A18E-48EC-B385-AD3E195D3AFF}" type="presOf" srcId="{7EF8E1BB-D725-43A5-AAB9-AF7AC04091CE}" destId="{6A7A4D9B-4A7E-4BFE-99F1-DA4BCF86B7A2}" srcOrd="0" destOrd="0" presId="urn:microsoft.com/office/officeart/2005/8/layout/process1"/>
    <dgm:cxn modelId="{7142A217-D0AC-4B68-8EDE-FA5A3019E5EF}" type="presParOf" srcId="{679F02FB-2476-4C5C-8D5A-5E91BD96635E}" destId="{0508B272-FEBD-439A-8476-5549533CEEFA}" srcOrd="0" destOrd="0" presId="urn:microsoft.com/office/officeart/2005/8/layout/process1"/>
    <dgm:cxn modelId="{120B7C47-C894-4455-9D43-2B4D8DA4EFF9}" type="presParOf" srcId="{679F02FB-2476-4C5C-8D5A-5E91BD96635E}" destId="{BC6F0819-29C1-46F1-8896-21452F7E81AF}" srcOrd="1" destOrd="0" presId="urn:microsoft.com/office/officeart/2005/8/layout/process1"/>
    <dgm:cxn modelId="{82E744D4-3B7B-4BE6-A8FD-4A7BAEB27A5B}" type="presParOf" srcId="{BC6F0819-29C1-46F1-8896-21452F7E81AF}" destId="{63F8A68C-8EDB-4064-B72D-9FAF55E71184}" srcOrd="0" destOrd="0" presId="urn:microsoft.com/office/officeart/2005/8/layout/process1"/>
    <dgm:cxn modelId="{CD52AB6E-EF9A-4C85-804A-A9FBD72FF1AC}" type="presParOf" srcId="{679F02FB-2476-4C5C-8D5A-5E91BD96635E}" destId="{6A7A4D9B-4A7E-4BFE-99F1-DA4BCF86B7A2}" srcOrd="2" destOrd="0" presId="urn:microsoft.com/office/officeart/2005/8/layout/process1"/>
    <dgm:cxn modelId="{5880A4D2-3B5C-4ABA-9A84-CD518E253A02}" type="presParOf" srcId="{679F02FB-2476-4C5C-8D5A-5E91BD96635E}" destId="{477A4BC5-06BD-48CB-B9B8-00E9BFB93625}" srcOrd="3" destOrd="0" presId="urn:microsoft.com/office/officeart/2005/8/layout/process1"/>
    <dgm:cxn modelId="{25D9C06A-C500-41A0-9808-357F48DFEB9A}" type="presParOf" srcId="{477A4BC5-06BD-48CB-B9B8-00E9BFB93625}" destId="{61554633-37E1-47BC-B95F-D246D5B229EC}" srcOrd="0" destOrd="0" presId="urn:microsoft.com/office/officeart/2005/8/layout/process1"/>
    <dgm:cxn modelId="{90FD338A-049C-4BB3-8025-0C4F4488817B}" type="presParOf" srcId="{679F02FB-2476-4C5C-8D5A-5E91BD96635E}" destId="{02DA5B00-BE4B-4C15-84D2-31C4498B72A9}" srcOrd="4" destOrd="0" presId="urn:microsoft.com/office/officeart/2005/8/layout/process1"/>
    <dgm:cxn modelId="{8DB8C9A5-59FE-4A3F-A9B1-893AC2FC1C25}" type="presParOf" srcId="{679F02FB-2476-4C5C-8D5A-5E91BD96635E}" destId="{631F3749-F7AB-4834-8A05-F120CB5C86AA}" srcOrd="5" destOrd="0" presId="urn:microsoft.com/office/officeart/2005/8/layout/process1"/>
    <dgm:cxn modelId="{1362EA37-8589-42B3-9D6B-D51B8C3316D5}" type="presParOf" srcId="{631F3749-F7AB-4834-8A05-F120CB5C86AA}" destId="{A346E01E-4138-4E2E-B0CF-232494896524}" srcOrd="0" destOrd="0" presId="urn:microsoft.com/office/officeart/2005/8/layout/process1"/>
    <dgm:cxn modelId="{8AAD8CB5-1BDD-415A-B4B4-76D0AD0148FB}" type="presParOf" srcId="{679F02FB-2476-4C5C-8D5A-5E91BD96635E}" destId="{73AD4E37-E8B5-43D2-A05D-6415B28F15C1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31D08B3-3706-4066-A088-874EC2AEB0F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92118D5-70C0-4848-9938-B5EA394E8F84}">
      <dgm:prSet phldrT="[Text]" custT="1"/>
      <dgm:spPr>
        <a:solidFill>
          <a:schemeClr val="tx2"/>
        </a:solidFill>
      </dgm:spPr>
      <dgm:t>
        <a:bodyPr/>
        <a:lstStyle/>
        <a:p>
          <a:pPr>
            <a:buNone/>
          </a:pPr>
          <a:r>
            <a:rPr lang="en-US" sz="2000" b="1" dirty="0">
              <a:latin typeface="Cambria" panose="02040503050406030204" pitchFamily="18" charset="0"/>
              <a:ea typeface="Cambria" panose="02040503050406030204" pitchFamily="18" charset="0"/>
            </a:rPr>
            <a:t>Win:</a:t>
          </a:r>
          <a:r>
            <a:rPr lang="en-US" sz="2000" dirty="0">
              <a:latin typeface="Cambria" panose="02040503050406030204" pitchFamily="18" charset="0"/>
              <a:ea typeface="Cambria" panose="02040503050406030204" pitchFamily="18" charset="0"/>
            </a:rPr>
            <a:t> All cells match the solution; timer stops and final score is shown.</a:t>
          </a:r>
        </a:p>
        <a:p>
          <a:pPr>
            <a:buNone/>
          </a:pPr>
          <a:r>
            <a:rPr lang="en-US" sz="2000" b="1" dirty="0">
              <a:latin typeface="Cambria" panose="02040503050406030204" pitchFamily="18" charset="0"/>
              <a:ea typeface="Cambria" panose="02040503050406030204" pitchFamily="18" charset="0"/>
            </a:rPr>
            <a:t>Timeout: </a:t>
          </a:r>
          <a:r>
            <a:rPr lang="en-US" sz="2000" dirty="0">
              <a:latin typeface="Cambria" panose="02040503050406030204" pitchFamily="18" charset="0"/>
              <a:ea typeface="Cambria" panose="02040503050406030204" pitchFamily="18" charset="0"/>
            </a:rPr>
            <a:t>Mistakes don't end the game; at 00:00, a new puzzle of the same level begins.</a:t>
          </a:r>
        </a:p>
      </dgm:t>
    </dgm:pt>
    <dgm:pt modelId="{7FBDC455-10AE-44A8-942C-F38169D0FB54}" type="parTrans" cxnId="{E2238C00-06F8-4A49-A6A4-DBE8E8071E61}">
      <dgm:prSet/>
      <dgm:spPr/>
      <dgm:t>
        <a:bodyPr/>
        <a:lstStyle/>
        <a:p>
          <a:endParaRPr lang="en-US"/>
        </a:p>
      </dgm:t>
    </dgm:pt>
    <dgm:pt modelId="{878E642F-E4D3-4202-8D49-80BA5A69E29D}" type="sibTrans" cxnId="{E2238C00-06F8-4A49-A6A4-DBE8E8071E61}">
      <dgm:prSet/>
      <dgm:spPr/>
      <dgm:t>
        <a:bodyPr/>
        <a:lstStyle/>
        <a:p>
          <a:endParaRPr lang="en-US"/>
        </a:p>
      </dgm:t>
    </dgm:pt>
    <dgm:pt modelId="{01D266EA-E5D8-40F0-AA2D-FE73F7BDE526}" type="pres">
      <dgm:prSet presAssocID="{331D08B3-3706-4066-A088-874EC2AEB0F6}" presName="linear" presStyleCnt="0">
        <dgm:presLayoutVars>
          <dgm:animLvl val="lvl"/>
          <dgm:resizeHandles val="exact"/>
        </dgm:presLayoutVars>
      </dgm:prSet>
      <dgm:spPr/>
    </dgm:pt>
    <dgm:pt modelId="{CE32331F-D077-4C9F-A8A2-802856BEF152}" type="pres">
      <dgm:prSet presAssocID="{792118D5-70C0-4848-9938-B5EA394E8F84}" presName="parentText" presStyleLbl="node1" presStyleIdx="0" presStyleCnt="1" custLinFactNeighborX="0" custLinFactNeighborY="6153">
        <dgm:presLayoutVars>
          <dgm:chMax val="0"/>
          <dgm:bulletEnabled val="1"/>
        </dgm:presLayoutVars>
      </dgm:prSet>
      <dgm:spPr/>
    </dgm:pt>
  </dgm:ptLst>
  <dgm:cxnLst>
    <dgm:cxn modelId="{E2238C00-06F8-4A49-A6A4-DBE8E8071E61}" srcId="{331D08B3-3706-4066-A088-874EC2AEB0F6}" destId="{792118D5-70C0-4848-9938-B5EA394E8F84}" srcOrd="0" destOrd="0" parTransId="{7FBDC455-10AE-44A8-942C-F38169D0FB54}" sibTransId="{878E642F-E4D3-4202-8D49-80BA5A69E29D}"/>
    <dgm:cxn modelId="{7CBBB7EA-0193-43CE-AECD-70DC41BDD268}" type="presOf" srcId="{792118D5-70C0-4848-9938-B5EA394E8F84}" destId="{CE32331F-D077-4C9F-A8A2-802856BEF152}" srcOrd="0" destOrd="0" presId="urn:microsoft.com/office/officeart/2005/8/layout/vList2"/>
    <dgm:cxn modelId="{DDEF5DF9-ED10-49C1-93E2-4D87533C914E}" type="presOf" srcId="{331D08B3-3706-4066-A088-874EC2AEB0F6}" destId="{01D266EA-E5D8-40F0-AA2D-FE73F7BDE526}" srcOrd="0" destOrd="0" presId="urn:microsoft.com/office/officeart/2005/8/layout/vList2"/>
    <dgm:cxn modelId="{759817B7-2856-4018-837F-610AE451EF15}" type="presParOf" srcId="{01D266EA-E5D8-40F0-AA2D-FE73F7BDE526}" destId="{CE32331F-D077-4C9F-A8A2-802856BEF15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477D850-CAAC-45E6-8594-2796E519FAFE}" type="doc">
      <dgm:prSet loTypeId="urn:microsoft.com/office/officeart/2026/layout/NumberedDotsVertical" loCatId="timelin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B1A6109-C184-48E4-9FFB-53AF1F6389DB}">
      <dgm:prSet phldrT="Write a description of the significance of this event"/>
      <dgm:spPr/>
      <dgm:t>
        <a:bodyPr/>
        <a:lstStyle/>
        <a:p>
          <a:pPr>
            <a:defRPr b="1"/>
          </a:pPr>
          <a:r>
            <a:rPr lang="en-US" dirty="0">
              <a:solidFill>
                <a:schemeClr val="bg1"/>
              </a:solidFill>
              <a:latin typeface="+mj-lt"/>
            </a:rPr>
            <a:t>Selected Cell</a:t>
          </a:r>
        </a:p>
      </dgm:t>
    </dgm:pt>
    <dgm:pt modelId="{17EBAFE0-11D6-44F1-AC01-E57125D5586C}" type="parTrans" cxnId="{99A06235-668A-440B-904D-E885AE7EA956}">
      <dgm:prSet/>
      <dgm:spPr/>
      <dgm:t>
        <a:bodyPr/>
        <a:lstStyle/>
        <a:p>
          <a:endParaRPr lang="en-US"/>
        </a:p>
      </dgm:t>
    </dgm:pt>
    <dgm:pt modelId="{5C253232-595D-41DF-9624-A0591830DF86}" type="sibTrans" cxnId="{99A06235-668A-440B-904D-E885AE7EA956}">
      <dgm:prSet phldrT="1" phldr="0"/>
      <dgm:spPr/>
      <dgm:t>
        <a:bodyPr/>
        <a:lstStyle/>
        <a:p>
          <a:pPr>
            <a:defRPr b="1"/>
          </a:pPr>
          <a:r>
            <a:rPr lang="en-US"/>
            <a:t>1</a:t>
          </a:r>
        </a:p>
      </dgm:t>
    </dgm:pt>
    <dgm:pt modelId="{D3B28A7C-339D-45D0-934C-0A23DAC06283}">
      <dgm:prSet phldrT="Write a description of the significance of this event"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Row and column of the empty cell.</a:t>
          </a:r>
        </a:p>
      </dgm:t>
    </dgm:pt>
    <dgm:pt modelId="{3C80156C-46EE-4415-A870-2325BBE19068}" type="parTrans" cxnId="{E796C466-0A05-4931-A2A3-DEA3CEF3C579}">
      <dgm:prSet/>
      <dgm:spPr/>
      <dgm:t>
        <a:bodyPr/>
        <a:lstStyle/>
        <a:p>
          <a:endParaRPr lang="en-US"/>
        </a:p>
      </dgm:t>
    </dgm:pt>
    <dgm:pt modelId="{233C926B-058D-48DB-B555-38773C389C1A}" type="sibTrans" cxnId="{E796C466-0A05-4931-A2A3-DEA3CEF3C579}">
      <dgm:prSet/>
      <dgm:spPr/>
      <dgm:t>
        <a:bodyPr/>
        <a:lstStyle/>
        <a:p>
          <a:endParaRPr lang="en-US"/>
        </a:p>
      </dgm:t>
    </dgm:pt>
    <dgm:pt modelId="{964813B9-E443-4002-8BC8-D7D7D470809C}">
      <dgm:prSet phldrT="Add an event"/>
      <dgm:spPr/>
      <dgm:t>
        <a:bodyPr/>
        <a:lstStyle/>
        <a:p>
          <a:pPr>
            <a:defRPr b="1"/>
          </a:pPr>
          <a:r>
            <a:rPr lang="en-US" dirty="0">
              <a:solidFill>
                <a:schemeClr val="bg1"/>
              </a:solidFill>
              <a:latin typeface="+mj-lt"/>
            </a:rPr>
            <a:t>Possible Numbers</a:t>
          </a:r>
        </a:p>
      </dgm:t>
    </dgm:pt>
    <dgm:pt modelId="{147C6C78-1946-4DDF-BFA0-38433EE5636B}" type="parTrans" cxnId="{DC8B58BB-1320-4186-9951-C0DAA3F9F289}">
      <dgm:prSet/>
      <dgm:spPr/>
      <dgm:t>
        <a:bodyPr/>
        <a:lstStyle/>
        <a:p>
          <a:endParaRPr lang="en-US"/>
        </a:p>
      </dgm:t>
    </dgm:pt>
    <dgm:pt modelId="{7587111F-A35D-4F77-BB5E-07009557876D}" type="sibTrans" cxnId="{DC8B58BB-1320-4186-9951-C0DAA3F9F289}">
      <dgm:prSet phldrT="2" phldr="0"/>
      <dgm:spPr/>
      <dgm:t>
        <a:bodyPr/>
        <a:lstStyle/>
        <a:p>
          <a:pPr>
            <a:defRPr b="1"/>
          </a:pPr>
          <a:r>
            <a:t>2</a:t>
          </a:r>
        </a:p>
      </dgm:t>
    </dgm:pt>
    <dgm:pt modelId="{7328E1BF-CE6B-4F0B-AE79-22898071F498}">
      <dgm:prSet phldrT="Write a description of the significance of this event" custT="1"/>
      <dgm:spPr/>
      <dgm:t>
        <a:bodyPr/>
        <a:lstStyle/>
        <a:p>
          <a:r>
            <a:rPr lang="en-US" sz="1600" b="0" i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Legal domain after applying row, column, and box constraints.</a:t>
          </a:r>
          <a:endParaRPr lang="en-US" sz="1600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CE042CFB-387E-42CC-9DA7-EF7CD5BA4AD9}" type="parTrans" cxnId="{EFA2F00B-EC94-40F5-917B-8C581B683421}">
      <dgm:prSet/>
      <dgm:spPr/>
      <dgm:t>
        <a:bodyPr/>
        <a:lstStyle/>
        <a:p>
          <a:endParaRPr lang="en-US"/>
        </a:p>
      </dgm:t>
    </dgm:pt>
    <dgm:pt modelId="{495FF58C-D04D-4FC9-AEFD-57601C5E63FC}" type="sibTrans" cxnId="{EFA2F00B-EC94-40F5-917B-8C581B683421}">
      <dgm:prSet/>
      <dgm:spPr/>
      <dgm:t>
        <a:bodyPr/>
        <a:lstStyle/>
        <a:p>
          <a:endParaRPr lang="en-US"/>
        </a:p>
      </dgm:t>
    </dgm:pt>
    <dgm:pt modelId="{A382D248-C5E8-4CD8-AF22-6756120E9297}">
      <dgm:prSet phldrT="Add an event"/>
      <dgm:spPr/>
      <dgm:t>
        <a:bodyPr/>
        <a:lstStyle/>
        <a:p>
          <a:pPr>
            <a:defRPr b="1"/>
          </a:pPr>
          <a:r>
            <a:rPr lang="en-US" b="1" i="0" dirty="0">
              <a:solidFill>
                <a:schemeClr val="bg1"/>
              </a:solidFill>
              <a:latin typeface="+mj-lt"/>
            </a:rPr>
            <a:t>AI recommendation</a:t>
          </a:r>
          <a:endParaRPr lang="en-US" dirty="0">
            <a:solidFill>
              <a:schemeClr val="bg1"/>
            </a:solidFill>
            <a:latin typeface="+mj-lt"/>
          </a:endParaRPr>
        </a:p>
      </dgm:t>
    </dgm:pt>
    <dgm:pt modelId="{24DE4936-4195-428E-B12F-356937A149B4}" type="parTrans" cxnId="{96DCD4AC-3591-43D4-8272-B3EAE4F3835E}">
      <dgm:prSet/>
      <dgm:spPr/>
      <dgm:t>
        <a:bodyPr/>
        <a:lstStyle/>
        <a:p>
          <a:endParaRPr lang="en-US"/>
        </a:p>
      </dgm:t>
    </dgm:pt>
    <dgm:pt modelId="{84390C22-57B3-431D-87EB-E50E101C4DA9}" type="sibTrans" cxnId="{96DCD4AC-3591-43D4-8272-B3EAE4F3835E}">
      <dgm:prSet phldrT="3" phldr="0"/>
      <dgm:spPr/>
      <dgm:t>
        <a:bodyPr/>
        <a:lstStyle/>
        <a:p>
          <a:pPr>
            <a:defRPr b="1"/>
          </a:pPr>
          <a:r>
            <a:t>3</a:t>
          </a:r>
        </a:p>
      </dgm:t>
    </dgm:pt>
    <dgm:pt modelId="{A09C00DC-DFB5-46B1-868F-B1EB9F4C0C3E}">
      <dgm:prSet phldrT="Write a description of the significance of this event" custT="1"/>
      <dgm:spPr/>
      <dgm:t>
        <a:bodyPr/>
        <a:lstStyle/>
        <a:p>
          <a:r>
            <a: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The true solution value for that cell, so the hint is never a wrong number.</a:t>
          </a:r>
        </a:p>
      </dgm:t>
    </dgm:pt>
    <dgm:pt modelId="{107D9FE0-6CE5-4A36-A2F8-41C250783011}" type="parTrans" cxnId="{30CC6163-E5E6-481A-BE76-DFD35D5B543F}">
      <dgm:prSet/>
      <dgm:spPr/>
      <dgm:t>
        <a:bodyPr/>
        <a:lstStyle/>
        <a:p>
          <a:endParaRPr lang="en-US"/>
        </a:p>
      </dgm:t>
    </dgm:pt>
    <dgm:pt modelId="{658B30F8-C5EB-4B85-B919-F1AD56689E08}" type="sibTrans" cxnId="{30CC6163-E5E6-481A-BE76-DFD35D5B543F}">
      <dgm:prSet/>
      <dgm:spPr/>
      <dgm:t>
        <a:bodyPr/>
        <a:lstStyle/>
        <a:p>
          <a:endParaRPr lang="en-US"/>
        </a:p>
      </dgm:t>
    </dgm:pt>
    <dgm:pt modelId="{687DD61E-FE1F-457C-9D8C-ED18C1CBF7C9}">
      <dgm:prSet phldrT="Write a description of the significance of this event" custT="1"/>
      <dgm:spPr/>
      <dgm:t>
        <a:bodyPr/>
        <a:lstStyle/>
        <a:p>
          <a:r>
            <a:rPr lang="en-US" sz="1600" b="0" i="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Why that number is valid in this row, column, and 3×3 box.</a:t>
          </a:r>
          <a:endParaRPr lang="en-US" sz="1600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</dgm:t>
    </dgm:pt>
    <dgm:pt modelId="{52F8C86D-FB3F-4D27-9CDE-392D4F849036}" type="parTrans" cxnId="{B251B492-F039-4531-BCF6-01606D6737A3}">
      <dgm:prSet/>
      <dgm:spPr/>
      <dgm:t>
        <a:bodyPr/>
        <a:lstStyle/>
        <a:p>
          <a:endParaRPr lang="en-US"/>
        </a:p>
      </dgm:t>
    </dgm:pt>
    <dgm:pt modelId="{EF388BB1-B65F-447F-AA53-031229FC3F7C}" type="sibTrans" cxnId="{B251B492-F039-4531-BCF6-01606D6737A3}">
      <dgm:prSet phldrT="5" phldr="0"/>
      <dgm:spPr/>
    </dgm:pt>
    <dgm:pt modelId="{9931A6AF-BC03-4908-9331-0A5C6859103A}">
      <dgm:prSet phldrT="Add an event"/>
      <dgm:spPr/>
      <dgm:t>
        <a:bodyPr/>
        <a:lstStyle/>
        <a:p>
          <a:pPr>
            <a:defRPr b="1"/>
          </a:pPr>
          <a:r>
            <a:rPr lang="en-US" b="1" i="0" dirty="0">
              <a:solidFill>
                <a:schemeClr val="bg1"/>
              </a:solidFill>
              <a:latin typeface="+mj-lt"/>
            </a:rPr>
            <a:t>Short explanation</a:t>
          </a:r>
          <a:endParaRPr lang="en-US" dirty="0">
            <a:solidFill>
              <a:schemeClr val="bg1"/>
            </a:solidFill>
            <a:latin typeface="+mj-lt"/>
          </a:endParaRPr>
        </a:p>
      </dgm:t>
    </dgm:pt>
    <dgm:pt modelId="{CCF06FE2-DCA5-4DFF-A56E-05C6B4F84576}" type="parTrans" cxnId="{CF33A41B-DA0C-4778-9307-01CA1BBA1B28}">
      <dgm:prSet/>
      <dgm:spPr/>
      <dgm:t>
        <a:bodyPr/>
        <a:lstStyle/>
        <a:p>
          <a:endParaRPr lang="en-US"/>
        </a:p>
      </dgm:t>
    </dgm:pt>
    <dgm:pt modelId="{2A822E2E-0A93-4D9B-BE9A-BB00511F1B7B}" type="sibTrans" cxnId="{CF33A41B-DA0C-4778-9307-01CA1BBA1B28}">
      <dgm:prSet phldrT="4" phldr="0"/>
      <dgm:spPr/>
      <dgm:t>
        <a:bodyPr/>
        <a:lstStyle/>
        <a:p>
          <a:pPr>
            <a:defRPr b="1"/>
          </a:pPr>
          <a:r>
            <a:t>4</a:t>
          </a:r>
        </a:p>
      </dgm:t>
    </dgm:pt>
    <dgm:pt modelId="{2A3BF52F-B9A4-4BE4-84AB-F0821B86271C}" type="pres">
      <dgm:prSet presAssocID="{7477D850-CAAC-45E6-8594-2796E519FAFE}" presName="root" presStyleCnt="0">
        <dgm:presLayoutVars>
          <dgm:dir/>
          <dgm:resizeHandles val="exact"/>
        </dgm:presLayoutVars>
      </dgm:prSet>
      <dgm:spPr/>
    </dgm:pt>
    <dgm:pt modelId="{9DA58B94-81F2-4D3E-8461-66109E882882}" type="pres">
      <dgm:prSet presAssocID="{7477D850-CAAC-45E6-8594-2796E519FAFE}" presName="itemsFlow" presStyleCnt="0"/>
      <dgm:spPr/>
    </dgm:pt>
    <dgm:pt modelId="{028D1A9F-1F35-4E77-ABD5-B63DAD9416A8}" type="pres">
      <dgm:prSet presAssocID="{AB1A6109-C184-48E4-9FFB-53AF1F6389DB}" presName="item" presStyleCnt="0"/>
      <dgm:spPr/>
    </dgm:pt>
    <dgm:pt modelId="{F18DF315-354F-4444-B96C-8B7227971DC5}" type="pres">
      <dgm:prSet presAssocID="{AB1A6109-C184-48E4-9FFB-53AF1F6389DB}" presName="anchor" presStyleCnt="0"/>
      <dgm:spPr/>
    </dgm:pt>
    <dgm:pt modelId="{0A743512-B05D-4A13-8E5F-CDE0EBD87B07}" type="pres">
      <dgm:prSet presAssocID="{AB1A6109-C184-48E4-9FFB-53AF1F6389DB}" presName="titleText" presStyleLbl="revTx" presStyleIdx="0" presStyleCnt="0">
        <dgm:presLayoutVars>
          <dgm:chMax val="0"/>
          <dgm:chPref val="0"/>
        </dgm:presLayoutVars>
      </dgm:prSet>
      <dgm:spPr/>
    </dgm:pt>
    <dgm:pt modelId="{FC633C90-E09F-4450-B412-E9C884C63291}" type="pres">
      <dgm:prSet presAssocID="{5C253232-595D-41DF-9624-A0591830DF86}" presName="numCircle" presStyleLbl="node1NoLn" presStyleIdx="0" presStyleCnt="4">
        <dgm:presLayoutVars>
          <dgm:chMax val="0"/>
          <dgm:bulletEnabled/>
        </dgm:presLayoutVars>
      </dgm:prSet>
      <dgm:spPr/>
    </dgm:pt>
    <dgm:pt modelId="{F7BAD2AD-1AF5-46B6-9F99-A2C0513CDDF8}" type="pres">
      <dgm:prSet presAssocID="{AB1A6109-C184-48E4-9FFB-53AF1F6389DB}" presName="descText" presStyleLbl="revTx" presStyleIdx="0" presStyleCnt="0" custLinFactNeighborX="443" custLinFactNeighborY="12832">
        <dgm:presLayoutVars>
          <dgm:chMax val="0"/>
          <dgm:chPref val="0"/>
        </dgm:presLayoutVars>
      </dgm:prSet>
      <dgm:spPr/>
    </dgm:pt>
    <dgm:pt modelId="{5AE77C37-9B0A-4B3D-BC21-2C7D75FEC3B5}" type="pres">
      <dgm:prSet presAssocID="{5C253232-595D-41DF-9624-A0591830DF86}" presName="connector" presStyleLbl="dkBgShp" presStyleIdx="0" presStyleCnt="3"/>
      <dgm:spPr/>
    </dgm:pt>
    <dgm:pt modelId="{FF577214-144A-4E0F-A24B-5203775FAB3E}" type="pres">
      <dgm:prSet presAssocID="{964813B9-E443-4002-8BC8-D7D7D470809C}" presName="item" presStyleCnt="0"/>
      <dgm:spPr/>
    </dgm:pt>
    <dgm:pt modelId="{274E8030-A96E-44B6-AA29-4A612F5207A3}" type="pres">
      <dgm:prSet presAssocID="{964813B9-E443-4002-8BC8-D7D7D470809C}" presName="anchor" presStyleCnt="0"/>
      <dgm:spPr/>
    </dgm:pt>
    <dgm:pt modelId="{F59E7DE1-722C-462B-A8AE-8CEA26412402}" type="pres">
      <dgm:prSet presAssocID="{964813B9-E443-4002-8BC8-D7D7D470809C}" presName="titleText" presStyleLbl="revTx" presStyleIdx="0" presStyleCnt="0">
        <dgm:presLayoutVars>
          <dgm:chMax val="0"/>
          <dgm:chPref val="0"/>
        </dgm:presLayoutVars>
      </dgm:prSet>
      <dgm:spPr/>
    </dgm:pt>
    <dgm:pt modelId="{6FEFE691-7B62-4A19-A497-3ACD8857A1AD}" type="pres">
      <dgm:prSet presAssocID="{7587111F-A35D-4F77-BB5E-07009557876D}" presName="numCircle" presStyleLbl="node1NoLn" presStyleIdx="1" presStyleCnt="4">
        <dgm:presLayoutVars>
          <dgm:chMax val="0"/>
          <dgm:bulletEnabled/>
        </dgm:presLayoutVars>
      </dgm:prSet>
      <dgm:spPr/>
    </dgm:pt>
    <dgm:pt modelId="{182B188E-F2C5-448D-8C17-456E7109A3A3}" type="pres">
      <dgm:prSet presAssocID="{964813B9-E443-4002-8BC8-D7D7D470809C}" presName="descText" presStyleLbl="revTx" presStyleIdx="0" presStyleCnt="0">
        <dgm:presLayoutVars>
          <dgm:chMax val="0"/>
          <dgm:chPref val="0"/>
        </dgm:presLayoutVars>
      </dgm:prSet>
      <dgm:spPr/>
    </dgm:pt>
    <dgm:pt modelId="{539C4020-1720-4E7D-9F1B-7615728449AD}" type="pres">
      <dgm:prSet presAssocID="{7587111F-A35D-4F77-BB5E-07009557876D}" presName="connector" presStyleLbl="dkBgShp" presStyleIdx="1" presStyleCnt="3"/>
      <dgm:spPr/>
    </dgm:pt>
    <dgm:pt modelId="{7BF00719-9531-4232-86C8-8E85EEAC0DC9}" type="pres">
      <dgm:prSet presAssocID="{A382D248-C5E8-4CD8-AF22-6756120E9297}" presName="item" presStyleCnt="0"/>
      <dgm:spPr/>
    </dgm:pt>
    <dgm:pt modelId="{E1C27C44-6CCE-4F68-8D48-25EDAF385FD6}" type="pres">
      <dgm:prSet presAssocID="{A382D248-C5E8-4CD8-AF22-6756120E9297}" presName="anchor" presStyleCnt="0"/>
      <dgm:spPr/>
    </dgm:pt>
    <dgm:pt modelId="{3E63E823-AFC3-4BF4-ACD4-CACFC1A567A2}" type="pres">
      <dgm:prSet presAssocID="{A382D248-C5E8-4CD8-AF22-6756120E9297}" presName="titleText" presStyleLbl="revTx" presStyleIdx="0" presStyleCnt="0">
        <dgm:presLayoutVars>
          <dgm:chMax val="0"/>
          <dgm:chPref val="0"/>
        </dgm:presLayoutVars>
      </dgm:prSet>
      <dgm:spPr/>
    </dgm:pt>
    <dgm:pt modelId="{EE31F53F-67AB-448F-813C-F533774CAF5C}" type="pres">
      <dgm:prSet presAssocID="{84390C22-57B3-431D-87EB-E50E101C4DA9}" presName="numCircle" presStyleLbl="node1NoLn" presStyleIdx="2" presStyleCnt="4">
        <dgm:presLayoutVars>
          <dgm:chMax val="0"/>
          <dgm:bulletEnabled/>
        </dgm:presLayoutVars>
      </dgm:prSet>
      <dgm:spPr/>
    </dgm:pt>
    <dgm:pt modelId="{A3F252E0-3295-42EB-B15D-EC32288D6C8D}" type="pres">
      <dgm:prSet presAssocID="{A382D248-C5E8-4CD8-AF22-6756120E9297}" presName="descText" presStyleLbl="revTx" presStyleIdx="0" presStyleCnt="0">
        <dgm:presLayoutVars>
          <dgm:chMax val="0"/>
          <dgm:chPref val="0"/>
        </dgm:presLayoutVars>
      </dgm:prSet>
      <dgm:spPr/>
    </dgm:pt>
    <dgm:pt modelId="{01B13B59-2FDC-4023-85A6-B25965D852AC}" type="pres">
      <dgm:prSet presAssocID="{84390C22-57B3-431D-87EB-E50E101C4DA9}" presName="connector" presStyleLbl="dkBgShp" presStyleIdx="2" presStyleCnt="3"/>
      <dgm:spPr/>
    </dgm:pt>
    <dgm:pt modelId="{7F1EA83C-9AEF-4BBF-A6DB-161CF6EC0BDB}" type="pres">
      <dgm:prSet presAssocID="{9931A6AF-BC03-4908-9331-0A5C6859103A}" presName="item" presStyleCnt="0"/>
      <dgm:spPr/>
    </dgm:pt>
    <dgm:pt modelId="{9B988193-009B-47C5-A560-F351F57C06E9}" type="pres">
      <dgm:prSet presAssocID="{9931A6AF-BC03-4908-9331-0A5C6859103A}" presName="anchor" presStyleCnt="0"/>
      <dgm:spPr/>
    </dgm:pt>
    <dgm:pt modelId="{C3BBCE84-CA11-4DAD-8DF4-9ADD645A3366}" type="pres">
      <dgm:prSet presAssocID="{9931A6AF-BC03-4908-9331-0A5C6859103A}" presName="titleText" presStyleLbl="revTx" presStyleIdx="0" presStyleCnt="0">
        <dgm:presLayoutVars>
          <dgm:chMax val="0"/>
          <dgm:chPref val="0"/>
        </dgm:presLayoutVars>
      </dgm:prSet>
      <dgm:spPr/>
    </dgm:pt>
    <dgm:pt modelId="{E6AE2D9F-EAFA-4FD0-834B-D6E14E16B8AB}" type="pres">
      <dgm:prSet presAssocID="{2A822E2E-0A93-4D9B-BE9A-BB00511F1B7B}" presName="numCircle" presStyleLbl="node1NoLn" presStyleIdx="3" presStyleCnt="4">
        <dgm:presLayoutVars>
          <dgm:chMax val="0"/>
          <dgm:bulletEnabled/>
        </dgm:presLayoutVars>
      </dgm:prSet>
      <dgm:spPr/>
    </dgm:pt>
    <dgm:pt modelId="{52F23DBF-3436-4096-AD9F-0AB19B01D98E}" type="pres">
      <dgm:prSet presAssocID="{9931A6AF-BC03-4908-9331-0A5C6859103A}" presName="descText" presStyleLbl="revTx" presStyleIdx="0" presStyleCnt="0">
        <dgm:presLayoutVars>
          <dgm:chMax val="0"/>
          <dgm:chPref val="0"/>
        </dgm:presLayoutVars>
      </dgm:prSet>
      <dgm:spPr/>
    </dgm:pt>
  </dgm:ptLst>
  <dgm:cxnLst>
    <dgm:cxn modelId="{EFA2F00B-EC94-40F5-917B-8C581B683421}" srcId="{964813B9-E443-4002-8BC8-D7D7D470809C}" destId="{7328E1BF-CE6B-4F0B-AE79-22898071F498}" srcOrd="0" destOrd="0" parTransId="{CE042CFB-387E-42CC-9DA7-EF7CD5BA4AD9}" sibTransId="{495FF58C-D04D-4FC9-AEFD-57601C5E63FC}"/>
    <dgm:cxn modelId="{CF33A41B-DA0C-4778-9307-01CA1BBA1B28}" srcId="{7477D850-CAAC-45E6-8594-2796E519FAFE}" destId="{9931A6AF-BC03-4908-9331-0A5C6859103A}" srcOrd="3" destOrd="0" parTransId="{CCF06FE2-DCA5-4DFF-A56E-05C6B4F84576}" sibTransId="{2A822E2E-0A93-4D9B-BE9A-BB00511F1B7B}"/>
    <dgm:cxn modelId="{C19C5328-7EA2-4DE7-A993-27C50934635A}" type="presOf" srcId="{AB1A6109-C184-48E4-9FFB-53AF1F6389DB}" destId="{0A743512-B05D-4A13-8E5F-CDE0EBD87B07}" srcOrd="0" destOrd="0" presId="urn:microsoft.com/office/officeart/2026/layout/NumberedDotsVertical"/>
    <dgm:cxn modelId="{94056B2C-E39B-47FE-AB59-D6E4372E948E}" type="presOf" srcId="{84390C22-57B3-431D-87EB-E50E101C4DA9}" destId="{01B13B59-2FDC-4023-85A6-B25965D852AC}" srcOrd="0" destOrd="0" presId="urn:microsoft.com/office/officeart/2026/layout/NumberedDotsVertical"/>
    <dgm:cxn modelId="{99A06235-668A-440B-904D-E885AE7EA956}" srcId="{7477D850-CAAC-45E6-8594-2796E519FAFE}" destId="{AB1A6109-C184-48E4-9FFB-53AF1F6389DB}" srcOrd="0" destOrd="0" parTransId="{17EBAFE0-11D6-44F1-AC01-E57125D5586C}" sibTransId="{5C253232-595D-41DF-9624-A0591830DF86}"/>
    <dgm:cxn modelId="{EEF61A36-BD22-4D61-91C3-DB2F84E51FF9}" type="presOf" srcId="{84390C22-57B3-431D-87EB-E50E101C4DA9}" destId="{EE31F53F-67AB-448F-813C-F533774CAF5C}" srcOrd="1" destOrd="0" presId="urn:microsoft.com/office/officeart/2026/layout/NumberedDotsVertical"/>
    <dgm:cxn modelId="{5A74C83D-A3AA-459A-8F5F-B1CA9F2B665A}" type="presOf" srcId="{7587111F-A35D-4F77-BB5E-07009557876D}" destId="{539C4020-1720-4E7D-9F1B-7615728449AD}" srcOrd="0" destOrd="0" presId="urn:microsoft.com/office/officeart/2026/layout/NumberedDotsVertical"/>
    <dgm:cxn modelId="{938AA260-ACAD-42AB-82D5-A69585F22C27}" type="presOf" srcId="{9931A6AF-BC03-4908-9331-0A5C6859103A}" destId="{C3BBCE84-CA11-4DAD-8DF4-9ADD645A3366}" srcOrd="0" destOrd="0" presId="urn:microsoft.com/office/officeart/2026/layout/NumberedDotsVertical"/>
    <dgm:cxn modelId="{30CC6163-E5E6-481A-BE76-DFD35D5B543F}" srcId="{A382D248-C5E8-4CD8-AF22-6756120E9297}" destId="{A09C00DC-DFB5-46B1-868F-B1EB9F4C0C3E}" srcOrd="0" destOrd="0" parTransId="{107D9FE0-6CE5-4A36-A2F8-41C250783011}" sibTransId="{658B30F8-C5EB-4B85-B919-F1AD56689E08}"/>
    <dgm:cxn modelId="{B666E745-EA82-4F7D-B655-62E9B75C3D8F}" type="presOf" srcId="{A382D248-C5E8-4CD8-AF22-6756120E9297}" destId="{3E63E823-AFC3-4BF4-ACD4-CACFC1A567A2}" srcOrd="0" destOrd="0" presId="urn:microsoft.com/office/officeart/2026/layout/NumberedDotsVertical"/>
    <dgm:cxn modelId="{E796C466-0A05-4931-A2A3-DEA3CEF3C579}" srcId="{AB1A6109-C184-48E4-9FFB-53AF1F6389DB}" destId="{D3B28A7C-339D-45D0-934C-0A23DAC06283}" srcOrd="0" destOrd="0" parTransId="{3C80156C-46EE-4415-A870-2325BBE19068}" sibTransId="{233C926B-058D-48DB-B555-38773C389C1A}"/>
    <dgm:cxn modelId="{F85F2C72-8B26-4A0B-A5A3-369025BE7963}" type="presOf" srcId="{7587111F-A35D-4F77-BB5E-07009557876D}" destId="{6FEFE691-7B62-4A19-A497-3ACD8857A1AD}" srcOrd="1" destOrd="0" presId="urn:microsoft.com/office/officeart/2026/layout/NumberedDotsVertical"/>
    <dgm:cxn modelId="{0A9F3974-0CF5-4F99-AEE9-0D1EC6DE05D7}" type="presOf" srcId="{2A822E2E-0A93-4D9B-BE9A-BB00511F1B7B}" destId="{E6AE2D9F-EAFA-4FD0-834B-D6E14E16B8AB}" srcOrd="0" destOrd="0" presId="urn:microsoft.com/office/officeart/2026/layout/NumberedDotsVertical"/>
    <dgm:cxn modelId="{7C04B059-35CB-4030-AC34-60322E9D5831}" type="presOf" srcId="{964813B9-E443-4002-8BC8-D7D7D470809C}" destId="{F59E7DE1-722C-462B-A8AE-8CEA26412402}" srcOrd="0" destOrd="0" presId="urn:microsoft.com/office/officeart/2026/layout/NumberedDotsVertical"/>
    <dgm:cxn modelId="{D08FB07B-3CB5-4587-B0CA-C041BD8A7580}" type="presOf" srcId="{7477D850-CAAC-45E6-8594-2796E519FAFE}" destId="{2A3BF52F-B9A4-4BE4-84AB-F0821B86271C}" srcOrd="0" destOrd="0" presId="urn:microsoft.com/office/officeart/2026/layout/NumberedDotsVertical"/>
    <dgm:cxn modelId="{037EBC87-E269-4E55-8783-8ADA9FB01400}" type="presOf" srcId="{5C253232-595D-41DF-9624-A0591830DF86}" destId="{FC633C90-E09F-4450-B412-E9C884C63291}" srcOrd="1" destOrd="0" presId="urn:microsoft.com/office/officeart/2026/layout/NumberedDotsVertical"/>
    <dgm:cxn modelId="{B251B492-F039-4531-BCF6-01606D6737A3}" srcId="{9931A6AF-BC03-4908-9331-0A5C6859103A}" destId="{687DD61E-FE1F-457C-9D8C-ED18C1CBF7C9}" srcOrd="0" destOrd="0" parTransId="{52F8C86D-FB3F-4D27-9CDE-392D4F849036}" sibTransId="{EF388BB1-B65F-447F-AA53-031229FC3F7C}"/>
    <dgm:cxn modelId="{96DCD4AC-3591-43D4-8272-B3EAE4F3835E}" srcId="{7477D850-CAAC-45E6-8594-2796E519FAFE}" destId="{A382D248-C5E8-4CD8-AF22-6756120E9297}" srcOrd="2" destOrd="0" parTransId="{24DE4936-4195-428E-B12F-356937A149B4}" sibTransId="{84390C22-57B3-431D-87EB-E50E101C4DA9}"/>
    <dgm:cxn modelId="{77921FB0-2AF2-4C40-B698-9924CDF1EBE8}" type="presOf" srcId="{5C253232-595D-41DF-9624-A0591830DF86}" destId="{5AE77C37-9B0A-4B3D-BC21-2C7D75FEC3B5}" srcOrd="0" destOrd="0" presId="urn:microsoft.com/office/officeart/2026/layout/NumberedDotsVertical"/>
    <dgm:cxn modelId="{937A12B6-7D48-4F0A-9FAA-06B39247BFD4}" type="presOf" srcId="{7328E1BF-CE6B-4F0B-AE79-22898071F498}" destId="{182B188E-F2C5-448D-8C17-456E7109A3A3}" srcOrd="0" destOrd="0" presId="urn:microsoft.com/office/officeart/2026/layout/NumberedDotsVertical"/>
    <dgm:cxn modelId="{FC7EDFB8-CFF2-4F26-99AB-FDF177933C63}" type="presOf" srcId="{A09C00DC-DFB5-46B1-868F-B1EB9F4C0C3E}" destId="{A3F252E0-3295-42EB-B15D-EC32288D6C8D}" srcOrd="0" destOrd="0" presId="urn:microsoft.com/office/officeart/2026/layout/NumberedDotsVertical"/>
    <dgm:cxn modelId="{DC8B58BB-1320-4186-9951-C0DAA3F9F289}" srcId="{7477D850-CAAC-45E6-8594-2796E519FAFE}" destId="{964813B9-E443-4002-8BC8-D7D7D470809C}" srcOrd="1" destOrd="0" parTransId="{147C6C78-1946-4DDF-BFA0-38433EE5636B}" sibTransId="{7587111F-A35D-4F77-BB5E-07009557876D}"/>
    <dgm:cxn modelId="{3848C7CF-A3A6-4D82-97F5-AD21C5DB448F}" type="presOf" srcId="{687DD61E-FE1F-457C-9D8C-ED18C1CBF7C9}" destId="{52F23DBF-3436-4096-AD9F-0AB19B01D98E}" srcOrd="0" destOrd="0" presId="urn:microsoft.com/office/officeart/2026/layout/NumberedDotsVertical"/>
    <dgm:cxn modelId="{03AFB0D5-667A-484F-BAEA-AFC0A7E30324}" type="presOf" srcId="{D3B28A7C-339D-45D0-934C-0A23DAC06283}" destId="{F7BAD2AD-1AF5-46B6-9F99-A2C0513CDDF8}" srcOrd="0" destOrd="0" presId="urn:microsoft.com/office/officeart/2026/layout/NumberedDotsVertical"/>
    <dgm:cxn modelId="{74F7365C-1451-41A8-9876-6F9A8A883A44}" type="presParOf" srcId="{2A3BF52F-B9A4-4BE4-84AB-F0821B86271C}" destId="{9DA58B94-81F2-4D3E-8461-66109E882882}" srcOrd="0" destOrd="0" presId="urn:microsoft.com/office/officeart/2026/layout/NumberedDotsVertical"/>
    <dgm:cxn modelId="{83EDC53A-1E1B-48C7-BC19-5D4C28EFB666}" type="presParOf" srcId="{9DA58B94-81F2-4D3E-8461-66109E882882}" destId="{028D1A9F-1F35-4E77-ABD5-B63DAD9416A8}" srcOrd="0" destOrd="0" presId="urn:microsoft.com/office/officeart/2026/layout/NumberedDotsVertical"/>
    <dgm:cxn modelId="{47DC7C7A-6B82-45FB-990A-8F56F569857B}" type="presParOf" srcId="{028D1A9F-1F35-4E77-ABD5-B63DAD9416A8}" destId="{F18DF315-354F-4444-B96C-8B7227971DC5}" srcOrd="0" destOrd="0" presId="urn:microsoft.com/office/officeart/2026/layout/NumberedDotsVertical"/>
    <dgm:cxn modelId="{82CFC4E3-D190-49A5-AB6A-A1CEDC0A47B1}" type="presParOf" srcId="{028D1A9F-1F35-4E77-ABD5-B63DAD9416A8}" destId="{0A743512-B05D-4A13-8E5F-CDE0EBD87B07}" srcOrd="1" destOrd="0" presId="urn:microsoft.com/office/officeart/2026/layout/NumberedDotsVertical"/>
    <dgm:cxn modelId="{0C6FCAC1-F434-48F8-B2DD-4EB49E15372D}" type="presParOf" srcId="{028D1A9F-1F35-4E77-ABD5-B63DAD9416A8}" destId="{FC633C90-E09F-4450-B412-E9C884C63291}" srcOrd="2" destOrd="0" presId="urn:microsoft.com/office/officeart/2026/layout/NumberedDotsVertical"/>
    <dgm:cxn modelId="{37C3EC41-E55C-4B9C-A521-6E475E690FCA}" type="presParOf" srcId="{028D1A9F-1F35-4E77-ABD5-B63DAD9416A8}" destId="{F7BAD2AD-1AF5-46B6-9F99-A2C0513CDDF8}" srcOrd="3" destOrd="0" presId="urn:microsoft.com/office/officeart/2026/layout/NumberedDotsVertical"/>
    <dgm:cxn modelId="{5D63BA3E-F1B2-4070-A270-56AD6A040124}" type="presParOf" srcId="{9DA58B94-81F2-4D3E-8461-66109E882882}" destId="{5AE77C37-9B0A-4B3D-BC21-2C7D75FEC3B5}" srcOrd="1" destOrd="0" presId="urn:microsoft.com/office/officeart/2026/layout/NumberedDotsVertical"/>
    <dgm:cxn modelId="{399DD715-83D9-41B7-AB85-0CE35576C33C}" type="presParOf" srcId="{9DA58B94-81F2-4D3E-8461-66109E882882}" destId="{FF577214-144A-4E0F-A24B-5203775FAB3E}" srcOrd="2" destOrd="0" presId="urn:microsoft.com/office/officeart/2026/layout/NumberedDotsVertical"/>
    <dgm:cxn modelId="{47FD9500-F16F-4D8A-A20F-63ED94A5AE8B}" type="presParOf" srcId="{FF577214-144A-4E0F-A24B-5203775FAB3E}" destId="{274E8030-A96E-44B6-AA29-4A612F5207A3}" srcOrd="0" destOrd="0" presId="urn:microsoft.com/office/officeart/2026/layout/NumberedDotsVertical"/>
    <dgm:cxn modelId="{8598D5DF-0262-45E6-B32B-B15472E407D6}" type="presParOf" srcId="{FF577214-144A-4E0F-A24B-5203775FAB3E}" destId="{F59E7DE1-722C-462B-A8AE-8CEA26412402}" srcOrd="1" destOrd="0" presId="urn:microsoft.com/office/officeart/2026/layout/NumberedDotsVertical"/>
    <dgm:cxn modelId="{5F6C2EFC-EFAC-4CE9-A206-554092E43072}" type="presParOf" srcId="{FF577214-144A-4E0F-A24B-5203775FAB3E}" destId="{6FEFE691-7B62-4A19-A497-3ACD8857A1AD}" srcOrd="2" destOrd="0" presId="urn:microsoft.com/office/officeart/2026/layout/NumberedDotsVertical"/>
    <dgm:cxn modelId="{5B8116C4-5C15-4DEF-AD58-A9EBC6B05782}" type="presParOf" srcId="{FF577214-144A-4E0F-A24B-5203775FAB3E}" destId="{182B188E-F2C5-448D-8C17-456E7109A3A3}" srcOrd="3" destOrd="0" presId="urn:microsoft.com/office/officeart/2026/layout/NumberedDotsVertical"/>
    <dgm:cxn modelId="{DF0C49F6-CA94-4826-986D-9115A18D23EA}" type="presParOf" srcId="{9DA58B94-81F2-4D3E-8461-66109E882882}" destId="{539C4020-1720-4E7D-9F1B-7615728449AD}" srcOrd="3" destOrd="0" presId="urn:microsoft.com/office/officeart/2026/layout/NumberedDotsVertical"/>
    <dgm:cxn modelId="{9F0F8B9A-3004-4EB9-BC80-B029E753DD76}" type="presParOf" srcId="{9DA58B94-81F2-4D3E-8461-66109E882882}" destId="{7BF00719-9531-4232-86C8-8E85EEAC0DC9}" srcOrd="4" destOrd="0" presId="urn:microsoft.com/office/officeart/2026/layout/NumberedDotsVertical"/>
    <dgm:cxn modelId="{976DB847-16F2-4401-B528-3A7C96CF8A11}" type="presParOf" srcId="{7BF00719-9531-4232-86C8-8E85EEAC0DC9}" destId="{E1C27C44-6CCE-4F68-8D48-25EDAF385FD6}" srcOrd="0" destOrd="0" presId="urn:microsoft.com/office/officeart/2026/layout/NumberedDotsVertical"/>
    <dgm:cxn modelId="{98C0D3DE-5977-40FB-9708-C247A0F0CB5C}" type="presParOf" srcId="{7BF00719-9531-4232-86C8-8E85EEAC0DC9}" destId="{3E63E823-AFC3-4BF4-ACD4-CACFC1A567A2}" srcOrd="1" destOrd="0" presId="urn:microsoft.com/office/officeart/2026/layout/NumberedDotsVertical"/>
    <dgm:cxn modelId="{FB53AEF4-E5C8-495A-9C06-BB2203838636}" type="presParOf" srcId="{7BF00719-9531-4232-86C8-8E85EEAC0DC9}" destId="{EE31F53F-67AB-448F-813C-F533774CAF5C}" srcOrd="2" destOrd="0" presId="urn:microsoft.com/office/officeart/2026/layout/NumberedDotsVertical"/>
    <dgm:cxn modelId="{6C9683A5-DBAA-4CF0-8BDC-5EC9B51E0641}" type="presParOf" srcId="{7BF00719-9531-4232-86C8-8E85EEAC0DC9}" destId="{A3F252E0-3295-42EB-B15D-EC32288D6C8D}" srcOrd="3" destOrd="0" presId="urn:microsoft.com/office/officeart/2026/layout/NumberedDotsVertical"/>
    <dgm:cxn modelId="{88827D01-808F-4215-BF40-786647896187}" type="presParOf" srcId="{9DA58B94-81F2-4D3E-8461-66109E882882}" destId="{01B13B59-2FDC-4023-85A6-B25965D852AC}" srcOrd="5" destOrd="0" presId="urn:microsoft.com/office/officeart/2026/layout/NumberedDotsVertical"/>
    <dgm:cxn modelId="{48CC1850-372C-4EF0-8E4D-80EF22F1066A}" type="presParOf" srcId="{9DA58B94-81F2-4D3E-8461-66109E882882}" destId="{7F1EA83C-9AEF-4BBF-A6DB-161CF6EC0BDB}" srcOrd="6" destOrd="0" presId="urn:microsoft.com/office/officeart/2026/layout/NumberedDotsVertical"/>
    <dgm:cxn modelId="{E050163D-4D75-4F43-89B4-1C21A142DA78}" type="presParOf" srcId="{7F1EA83C-9AEF-4BBF-A6DB-161CF6EC0BDB}" destId="{9B988193-009B-47C5-A560-F351F57C06E9}" srcOrd="0" destOrd="0" presId="urn:microsoft.com/office/officeart/2026/layout/NumberedDotsVertical"/>
    <dgm:cxn modelId="{9EDC279A-A070-4D4C-BCCE-F929B4E9BA27}" type="presParOf" srcId="{7F1EA83C-9AEF-4BBF-A6DB-161CF6EC0BDB}" destId="{C3BBCE84-CA11-4DAD-8DF4-9ADD645A3366}" srcOrd="1" destOrd="0" presId="urn:microsoft.com/office/officeart/2026/layout/NumberedDotsVertical"/>
    <dgm:cxn modelId="{6C864348-7E7D-445C-A201-ACDB7A9A5389}" type="presParOf" srcId="{7F1EA83C-9AEF-4BBF-A6DB-161CF6EC0BDB}" destId="{E6AE2D9F-EAFA-4FD0-834B-D6E14E16B8AB}" srcOrd="2" destOrd="0" presId="urn:microsoft.com/office/officeart/2026/layout/NumberedDotsVertical"/>
    <dgm:cxn modelId="{AE739C08-AC85-4B4F-9B27-B6D3426C33EA}" type="presParOf" srcId="{7F1EA83C-9AEF-4BBF-A6DB-161CF6EC0BDB}" destId="{52F23DBF-3436-4096-AD9F-0AB19B01D98E}" srcOrd="3" destOrd="0" presId="urn:microsoft.com/office/officeart/2026/layout/NumberedDotsVertical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70D78E7-71E1-417B-89C8-9AF6F69529EE}" type="doc">
      <dgm:prSet loTypeId="urn:microsoft.com/office/officeart/2024/layout/HorizontalActionList" loCatId="textcard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B4419C22-73A9-41A8-A783-2B68D2A96D33}" type="pres">
      <dgm:prSet presAssocID="{270D78E7-71E1-417B-89C8-9AF6F69529EE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4A09644A-33E3-4052-8CCC-FF8D0FD96A9D}" type="presOf" srcId="{270D78E7-71E1-417B-89C8-9AF6F69529EE}" destId="{B4419C22-73A9-41A8-A783-2B68D2A96D33}" srcOrd="0" destOrd="0" presId="urn:microsoft.com/office/officeart/2024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90B088-67E8-4D3A-BE87-1564107C8273}">
      <dsp:nvSpPr>
        <dsp:cNvPr id="0" name=""/>
        <dsp:cNvSpPr/>
      </dsp:nvSpPr>
      <dsp:spPr>
        <a:xfrm>
          <a:off x="226512" y="922"/>
          <a:ext cx="3214167" cy="1928500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Playable 9×9 Sudoku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Users enter digits 1–9 into blank cells; pre-filled clues can't be changed</a:t>
          </a:r>
          <a:endParaRPr lang="en-US" sz="1600" b="0" kern="1200" dirty="0">
            <a:solidFill>
              <a:schemeClr val="tx1"/>
            </a:solidFill>
            <a:latin typeface="Cambria" panose="02040503050406030204" pitchFamily="18" charset="0"/>
            <a:ea typeface="Cambria" panose="02040503050406030204" pitchFamily="18" charset="0"/>
            <a:cs typeface="Arial" panose="020B0604020202020204" pitchFamily="34" charset="0"/>
          </a:endParaRPr>
        </a:p>
      </dsp:txBody>
      <dsp:txXfrm>
        <a:off x="226512" y="922"/>
        <a:ext cx="3214167" cy="1928500"/>
      </dsp:txXfrm>
    </dsp:sp>
    <dsp:sp modelId="{22C4F27B-77A0-44F1-A697-38626C22CA73}">
      <dsp:nvSpPr>
        <dsp:cNvPr id="0" name=""/>
        <dsp:cNvSpPr/>
      </dsp:nvSpPr>
      <dsp:spPr>
        <a:xfrm>
          <a:off x="3762096" y="922"/>
          <a:ext cx="3214167" cy="1928500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AI Generates Every Puzzle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Each difficulty level gets a freshly built, one-of-a-kind board.</a:t>
          </a:r>
        </a:p>
      </dsp:txBody>
      <dsp:txXfrm>
        <a:off x="3762096" y="922"/>
        <a:ext cx="3214167" cy="1928500"/>
      </dsp:txXfrm>
    </dsp:sp>
    <dsp:sp modelId="{57761512-F6D9-4523-B12E-6B86A5D97594}">
      <dsp:nvSpPr>
        <dsp:cNvPr id="0" name=""/>
        <dsp:cNvSpPr/>
      </dsp:nvSpPr>
      <dsp:spPr>
        <a:xfrm>
          <a:off x="7297681" y="922"/>
          <a:ext cx="3214167" cy="1928500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AI Checks Every Move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  <a:r>
            <a:rPr lang="en-US" sz="18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Entries are matched against the solution automatically, in real time.</a:t>
          </a:r>
        </a:p>
      </dsp:txBody>
      <dsp:txXfrm>
        <a:off x="7297681" y="922"/>
        <a:ext cx="3214167" cy="1928500"/>
      </dsp:txXfrm>
    </dsp:sp>
    <dsp:sp modelId="{2F1C7B62-C5F5-4D07-88A3-AED81AEAEF1A}">
      <dsp:nvSpPr>
        <dsp:cNvPr id="0" name=""/>
        <dsp:cNvSpPr/>
      </dsp:nvSpPr>
      <dsp:spPr>
        <a:xfrm>
          <a:off x="1994304" y="2250839"/>
          <a:ext cx="3214167" cy="1928500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b="1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AI Helps When Asked</a:t>
          </a:r>
          <a:r>
            <a:rPr lang="en-US" sz="24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4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  <a:r>
            <a:rPr lang="en-US" sz="2000" b="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On request, it displays possible values and suggests one best move.</a:t>
          </a:r>
        </a:p>
      </dsp:txBody>
      <dsp:txXfrm>
        <a:off x="1994304" y="2250839"/>
        <a:ext cx="3214167" cy="1928500"/>
      </dsp:txXfrm>
    </dsp:sp>
    <dsp:sp modelId="{8BF98265-792D-4993-BC0C-F691694B4406}">
      <dsp:nvSpPr>
        <dsp:cNvPr id="0" name=""/>
        <dsp:cNvSpPr/>
      </dsp:nvSpPr>
      <dsp:spPr>
        <a:xfrm>
          <a:off x="5529888" y="2250839"/>
          <a:ext cx="3214167" cy="1928500"/>
        </a:xfrm>
        <a:prstGeom prst="rect">
          <a:avLst/>
        </a:prstGeom>
        <a:solidFill>
          <a:schemeClr val="bg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Score Reflects Play</a:t>
          </a:r>
          <a:r>
            <a:rPr lang="en-US" sz="23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</a:p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 </a:t>
          </a:r>
          <a:r>
            <a:rPr lang="en-US" sz="1800" kern="12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rPr>
            <a:t>Score shifts with difficulty, errors, and hints; finishing early adds a time bonus.</a:t>
          </a:r>
        </a:p>
      </dsp:txBody>
      <dsp:txXfrm>
        <a:off x="5529888" y="2250839"/>
        <a:ext cx="3214167" cy="19285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C6B26C-D96F-42DD-9D8D-33C35BC55A9D}">
      <dsp:nvSpPr>
        <dsp:cNvPr id="0" name=""/>
        <dsp:cNvSpPr/>
      </dsp:nvSpPr>
      <dsp:spPr>
        <a:xfrm>
          <a:off x="1066257" y="1563370"/>
          <a:ext cx="677775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607216-C764-4C87-8508-A757D52623C5}">
      <dsp:nvSpPr>
        <dsp:cNvPr id="0" name=""/>
        <dsp:cNvSpPr/>
      </dsp:nvSpPr>
      <dsp:spPr>
        <a:xfrm>
          <a:off x="1685938" y="1484394"/>
          <a:ext cx="89079" cy="167131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42" tIns="165100" rIns="30742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+mj-lt"/>
            </a:rPr>
            <a:t>Choose a Level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 dirty="0">
              <a:latin typeface="+mj-lt"/>
            </a:rPr>
          </a:br>
          <a:r>
            <a:rPr lang="en-US" sz="1400" kern="1200" dirty="0">
              <a:latin typeface="+mj-lt"/>
            </a:rPr>
            <a:t>Pick Easy, Medium, or Hard to generate a new puzzle.</a:t>
          </a:r>
        </a:p>
      </dsp:txBody>
      <dsp:txXfrm>
        <a:off x="149053" y="2241819"/>
        <a:ext cx="1640759" cy="2171870"/>
      </dsp:txXfrm>
    </dsp:sp>
    <dsp:sp modelId="{94BC7955-B38A-4903-8E38-F06A0D21C078}">
      <dsp:nvSpPr>
        <dsp:cNvPr id="0" name=""/>
        <dsp:cNvSpPr/>
      </dsp:nvSpPr>
      <dsp:spPr>
        <a:xfrm>
          <a:off x="703331" y="1297305"/>
          <a:ext cx="532202" cy="5322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52" tIns="20652" rIns="20652" bIns="20652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1</a:t>
          </a:r>
        </a:p>
      </dsp:txBody>
      <dsp:txXfrm>
        <a:off x="781270" y="1375244"/>
        <a:ext cx="376324" cy="376324"/>
      </dsp:txXfrm>
    </dsp:sp>
    <dsp:sp modelId="{C86A88BA-66D2-4D8D-88F5-2D307C2C2A53}">
      <dsp:nvSpPr>
        <dsp:cNvPr id="0" name=""/>
        <dsp:cNvSpPr/>
      </dsp:nvSpPr>
      <dsp:spPr>
        <a:xfrm>
          <a:off x="969396" y="1901429"/>
          <a:ext cx="72" cy="32497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4955A8-470B-4E5F-8F97-5EFE10E1B885}">
      <dsp:nvSpPr>
        <dsp:cNvPr id="0" name=""/>
        <dsp:cNvSpPr/>
      </dsp:nvSpPr>
      <dsp:spPr>
        <a:xfrm>
          <a:off x="98007" y="2190773"/>
          <a:ext cx="1742851" cy="22739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42" tIns="165100" rIns="30742" bIns="16510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+mj-lt"/>
            </a:rPr>
            <a:t>Choose a Level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 dirty="0">
              <a:latin typeface="+mj-lt"/>
            </a:rPr>
          </a:br>
          <a:r>
            <a:rPr lang="en-US" sz="1400" kern="1200" dirty="0">
              <a:latin typeface="+mj-lt"/>
            </a:rPr>
            <a:t>Pick Easy, Medium, or Hard to generate a new puzzle.</a:t>
          </a:r>
        </a:p>
      </dsp:txBody>
      <dsp:txXfrm>
        <a:off x="149053" y="2241819"/>
        <a:ext cx="1640759" cy="2171870"/>
      </dsp:txXfrm>
    </dsp:sp>
    <dsp:sp modelId="{B0AD8DDC-2B94-46DC-912A-887610687D08}">
      <dsp:nvSpPr>
        <dsp:cNvPr id="0" name=""/>
        <dsp:cNvSpPr/>
      </dsp:nvSpPr>
      <dsp:spPr>
        <a:xfrm>
          <a:off x="1937683" y="1563246"/>
          <a:ext cx="1742851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EA258E-3E99-4282-9067-1E42E20BD997}">
      <dsp:nvSpPr>
        <dsp:cNvPr id="0" name=""/>
        <dsp:cNvSpPr/>
      </dsp:nvSpPr>
      <dsp:spPr>
        <a:xfrm>
          <a:off x="3622439" y="1484270"/>
          <a:ext cx="89079" cy="167235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42" tIns="165100" rIns="30742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+mj-lt"/>
            </a:rPr>
            <a:t>Select Cell &amp; Enter Number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2000" kern="1200" dirty="0"/>
          </a:br>
          <a:r>
            <a:rPr lang="en-US" sz="1400" kern="1200" dirty="0">
              <a:latin typeface="+mj-lt"/>
            </a:rPr>
            <a:t>Select a cell, enter 1-9; timer starts on first move</a:t>
          </a:r>
        </a:p>
      </dsp:txBody>
      <dsp:txXfrm>
        <a:off x="2085554" y="2277679"/>
        <a:ext cx="1640759" cy="2171870"/>
      </dsp:txXfrm>
    </dsp:sp>
    <dsp:sp modelId="{89C7325D-2104-4906-8084-D8B8F5F55DCC}">
      <dsp:nvSpPr>
        <dsp:cNvPr id="0" name=""/>
        <dsp:cNvSpPr/>
      </dsp:nvSpPr>
      <dsp:spPr>
        <a:xfrm>
          <a:off x="2639832" y="1297181"/>
          <a:ext cx="532202" cy="5322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52" tIns="20652" rIns="20652" bIns="20652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2</a:t>
          </a:r>
        </a:p>
      </dsp:txBody>
      <dsp:txXfrm>
        <a:off x="2717771" y="1375120"/>
        <a:ext cx="376324" cy="376324"/>
      </dsp:txXfrm>
    </dsp:sp>
    <dsp:sp modelId="{1A1554EA-1158-43B0-9C27-A95BEB21B23A}">
      <dsp:nvSpPr>
        <dsp:cNvPr id="0" name=""/>
        <dsp:cNvSpPr/>
      </dsp:nvSpPr>
      <dsp:spPr>
        <a:xfrm>
          <a:off x="2905898" y="1901350"/>
          <a:ext cx="72" cy="32518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EB5581F-7E41-4C9E-8AF7-F2D185275ADE}">
      <dsp:nvSpPr>
        <dsp:cNvPr id="0" name=""/>
        <dsp:cNvSpPr/>
      </dsp:nvSpPr>
      <dsp:spPr>
        <a:xfrm>
          <a:off x="2034508" y="2226633"/>
          <a:ext cx="1742851" cy="22739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42" tIns="165100" rIns="30742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+mj-lt"/>
            </a:rPr>
            <a:t>Select Cell &amp; Enter Number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2000" kern="1200" dirty="0"/>
          </a:br>
          <a:r>
            <a:rPr lang="en-US" sz="1400" kern="1200" dirty="0">
              <a:latin typeface="+mj-lt"/>
            </a:rPr>
            <a:t>Select a cell, enter 1-9; timer starts on first move</a:t>
          </a:r>
        </a:p>
      </dsp:txBody>
      <dsp:txXfrm>
        <a:off x="2085554" y="2277679"/>
        <a:ext cx="1640759" cy="2171870"/>
      </dsp:txXfrm>
    </dsp:sp>
    <dsp:sp modelId="{20DD4AE0-76B6-4D23-A616-9BB50210E1FF}">
      <dsp:nvSpPr>
        <dsp:cNvPr id="0" name=""/>
        <dsp:cNvSpPr/>
      </dsp:nvSpPr>
      <dsp:spPr>
        <a:xfrm>
          <a:off x="3874184" y="1563176"/>
          <a:ext cx="1742851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0DF88F-1818-4F09-9057-0B09FAD7EFF9}">
      <dsp:nvSpPr>
        <dsp:cNvPr id="0" name=""/>
        <dsp:cNvSpPr/>
      </dsp:nvSpPr>
      <dsp:spPr>
        <a:xfrm>
          <a:off x="5558940" y="1484203"/>
          <a:ext cx="89079" cy="167280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42" tIns="165100" rIns="30742" bIns="1651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+mj-lt"/>
            </a:rPr>
            <a:t>Get Instant Result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700" kern="1200" dirty="0"/>
          </a:br>
          <a:r>
            <a:rPr lang="en-US" sz="1600" kern="1200" dirty="0">
              <a:latin typeface="+mj-lt"/>
            </a:rPr>
            <a:t>Green means correct, red flags a mistake</a:t>
          </a:r>
          <a:r>
            <a:rPr lang="en-US" sz="1700" kern="1200" dirty="0"/>
            <a:t>.</a:t>
          </a:r>
        </a:p>
      </dsp:txBody>
      <dsp:txXfrm>
        <a:off x="4022055" y="2277645"/>
        <a:ext cx="1640759" cy="2171870"/>
      </dsp:txXfrm>
    </dsp:sp>
    <dsp:sp modelId="{DEBC7EE0-404B-48E6-B5D3-6872F78F6692}">
      <dsp:nvSpPr>
        <dsp:cNvPr id="0" name=""/>
        <dsp:cNvSpPr/>
      </dsp:nvSpPr>
      <dsp:spPr>
        <a:xfrm>
          <a:off x="4576334" y="1297111"/>
          <a:ext cx="532202" cy="5322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52" tIns="20652" rIns="20652" bIns="20652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2700" kern="1200"/>
            <a:t>3</a:t>
          </a:r>
        </a:p>
      </dsp:txBody>
      <dsp:txXfrm>
        <a:off x="4654273" y="1375050"/>
        <a:ext cx="376324" cy="376324"/>
      </dsp:txXfrm>
    </dsp:sp>
    <dsp:sp modelId="{18D595E3-DE7F-4586-B489-1954F31C1990}">
      <dsp:nvSpPr>
        <dsp:cNvPr id="0" name=""/>
        <dsp:cNvSpPr/>
      </dsp:nvSpPr>
      <dsp:spPr>
        <a:xfrm>
          <a:off x="4842399" y="1901299"/>
          <a:ext cx="72" cy="32526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F6BC21-1BD7-4E16-BCE4-52B67BC02B70}">
      <dsp:nvSpPr>
        <dsp:cNvPr id="0" name=""/>
        <dsp:cNvSpPr/>
      </dsp:nvSpPr>
      <dsp:spPr>
        <a:xfrm>
          <a:off x="3971009" y="2226599"/>
          <a:ext cx="1742851" cy="22739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42" tIns="165100" rIns="30742" bIns="1651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+mj-lt"/>
            </a:rPr>
            <a:t>Get Instant Result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700" kern="1200" dirty="0"/>
          </a:br>
          <a:r>
            <a:rPr lang="en-US" sz="1600" kern="1200" dirty="0">
              <a:latin typeface="+mj-lt"/>
            </a:rPr>
            <a:t>Green means correct, red flags a mistake</a:t>
          </a:r>
          <a:r>
            <a:rPr lang="en-US" sz="1700" kern="1200" dirty="0"/>
            <a:t>.</a:t>
          </a:r>
        </a:p>
      </dsp:txBody>
      <dsp:txXfrm>
        <a:off x="4022055" y="2277645"/>
        <a:ext cx="1640759" cy="2171870"/>
      </dsp:txXfrm>
    </dsp:sp>
    <dsp:sp modelId="{5EE627E2-B07F-4D7E-A7E7-1DC9046A265E}">
      <dsp:nvSpPr>
        <dsp:cNvPr id="0" name=""/>
        <dsp:cNvSpPr/>
      </dsp:nvSpPr>
      <dsp:spPr>
        <a:xfrm>
          <a:off x="5810686" y="1563154"/>
          <a:ext cx="1742851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818B36-F37E-4D4C-9538-013652C5E13E}">
      <dsp:nvSpPr>
        <dsp:cNvPr id="0" name=""/>
        <dsp:cNvSpPr/>
      </dsp:nvSpPr>
      <dsp:spPr>
        <a:xfrm>
          <a:off x="7495442" y="1484180"/>
          <a:ext cx="89079" cy="167299"/>
        </a:xfrm>
        <a:prstGeom prst="chevron">
          <a:avLst>
            <a:gd name="adj" fmla="val 9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742" tIns="165100" rIns="30742" bIns="1651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+mj-lt"/>
            </a:rPr>
            <a:t>Fix or Get Help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700" kern="1200" dirty="0"/>
          </a:br>
          <a:r>
            <a:rPr lang="en-US" sz="1600" kern="1200" dirty="0"/>
            <a:t>Erase, undo, or use AI hint  auto-triggered after two mistakes.</a:t>
          </a:r>
        </a:p>
      </dsp:txBody>
      <dsp:txXfrm>
        <a:off x="5958557" y="2277645"/>
        <a:ext cx="1640759" cy="2171870"/>
      </dsp:txXfrm>
    </dsp:sp>
    <dsp:sp modelId="{D453536E-1D8F-44D7-A079-50F968F26E08}">
      <dsp:nvSpPr>
        <dsp:cNvPr id="0" name=""/>
        <dsp:cNvSpPr/>
      </dsp:nvSpPr>
      <dsp:spPr>
        <a:xfrm>
          <a:off x="6512835" y="1297088"/>
          <a:ext cx="532202" cy="5322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52" tIns="20652" rIns="20652" bIns="20652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4</a:t>
          </a:r>
        </a:p>
      </dsp:txBody>
      <dsp:txXfrm>
        <a:off x="6590774" y="1375027"/>
        <a:ext cx="376324" cy="376324"/>
      </dsp:txXfrm>
    </dsp:sp>
    <dsp:sp modelId="{01784D83-0FBD-479D-96CF-CC04A03A7A6E}">
      <dsp:nvSpPr>
        <dsp:cNvPr id="0" name=""/>
        <dsp:cNvSpPr/>
      </dsp:nvSpPr>
      <dsp:spPr>
        <a:xfrm>
          <a:off x="6778900" y="1901285"/>
          <a:ext cx="72" cy="32530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53D6A6-1A01-4E76-A694-4A18C1CABBB7}">
      <dsp:nvSpPr>
        <dsp:cNvPr id="0" name=""/>
        <dsp:cNvSpPr/>
      </dsp:nvSpPr>
      <dsp:spPr>
        <a:xfrm>
          <a:off x="5907511" y="2226599"/>
          <a:ext cx="1742851" cy="22739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42" tIns="165100" rIns="30742" bIns="16510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>
              <a:latin typeface="+mj-lt"/>
            </a:rPr>
            <a:t>Fix or Get Help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700" kern="1200" dirty="0"/>
          </a:br>
          <a:r>
            <a:rPr lang="en-US" sz="1600" kern="1200" dirty="0"/>
            <a:t>Erase, undo, or use AI hint  auto-triggered after two mistakes.</a:t>
          </a:r>
        </a:p>
      </dsp:txBody>
      <dsp:txXfrm>
        <a:off x="5958557" y="2277645"/>
        <a:ext cx="1640759" cy="2171870"/>
      </dsp:txXfrm>
    </dsp:sp>
    <dsp:sp modelId="{4ACAD5C3-C70A-4902-8ACD-0C2F266A4616}">
      <dsp:nvSpPr>
        <dsp:cNvPr id="0" name=""/>
        <dsp:cNvSpPr/>
      </dsp:nvSpPr>
      <dsp:spPr>
        <a:xfrm>
          <a:off x="7747187" y="1563144"/>
          <a:ext cx="968250" cy="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44F4E2-D3E0-4482-B668-485E2AF68620}">
      <dsp:nvSpPr>
        <dsp:cNvPr id="0" name=""/>
        <dsp:cNvSpPr/>
      </dsp:nvSpPr>
      <dsp:spPr>
        <a:xfrm>
          <a:off x="8449336" y="1297079"/>
          <a:ext cx="532202" cy="53220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652" tIns="20652" rIns="20652" bIns="20652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5</a:t>
          </a:r>
        </a:p>
      </dsp:txBody>
      <dsp:txXfrm>
        <a:off x="8527275" y="1375018"/>
        <a:ext cx="376324" cy="376324"/>
      </dsp:txXfrm>
    </dsp:sp>
    <dsp:sp modelId="{D6FBA934-C114-4178-A6E3-F21C32E926CA}">
      <dsp:nvSpPr>
        <dsp:cNvPr id="0" name=""/>
        <dsp:cNvSpPr/>
      </dsp:nvSpPr>
      <dsp:spPr>
        <a:xfrm>
          <a:off x="8715402" y="1901279"/>
          <a:ext cx="72" cy="32532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93C889-0DE8-4A69-AC47-809B0B5ACC22}">
      <dsp:nvSpPr>
        <dsp:cNvPr id="0" name=""/>
        <dsp:cNvSpPr/>
      </dsp:nvSpPr>
      <dsp:spPr>
        <a:xfrm>
          <a:off x="7844012" y="2226599"/>
          <a:ext cx="1742851" cy="227396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742" tIns="165100" rIns="30742" bIns="16510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+mj-lt"/>
            </a:rPr>
            <a:t>Finish or Time Out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800" kern="1200" dirty="0"/>
          </a:br>
          <a:r>
            <a:rPr lang="en-US" sz="1400" kern="1200" dirty="0">
              <a:latin typeface="+mj-lt"/>
            </a:rPr>
            <a:t>Finish shows your score; timeout starts a new puzzle</a:t>
          </a:r>
          <a:r>
            <a:rPr lang="en-US" sz="1800" kern="1200" dirty="0"/>
            <a:t>.</a:t>
          </a:r>
        </a:p>
      </dsp:txBody>
      <dsp:txXfrm>
        <a:off x="7895058" y="2277645"/>
        <a:ext cx="1640759" cy="217187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F2D091-DA16-4913-9535-0DD9EFDCA3DE}">
      <dsp:nvSpPr>
        <dsp:cNvPr id="0" name=""/>
        <dsp:cNvSpPr/>
      </dsp:nvSpPr>
      <dsp:spPr>
        <a:xfrm>
          <a:off x="58524" y="1433242"/>
          <a:ext cx="1874945" cy="2733967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0" rIns="35045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Locked Clues</a:t>
          </a:r>
          <a:r>
            <a:rPr lang="en-US" sz="1800" kern="1200" dirty="0"/>
            <a:t>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Fixed numbers stay noneditable to keep the puzzle valid.</a:t>
          </a:r>
          <a:r>
            <a:rPr lang="en-US" sz="1400" kern="1200" dirty="0">
              <a:latin typeface="Cambria" panose="02040503050406030204" pitchFamily="18" charset="0"/>
              <a:ea typeface="Cambria" panose="02040503050406030204" pitchFamily="18" charset="0"/>
            </a:rPr>
            <a:t>.</a:t>
          </a:r>
        </a:p>
      </dsp:txBody>
      <dsp:txXfrm>
        <a:off x="58524" y="2526829"/>
        <a:ext cx="1874945" cy="1640380"/>
      </dsp:txXfrm>
    </dsp:sp>
    <dsp:sp modelId="{FD976709-56E9-4530-81C6-19B85C991F05}">
      <dsp:nvSpPr>
        <dsp:cNvPr id="0" name=""/>
        <dsp:cNvSpPr/>
      </dsp:nvSpPr>
      <dsp:spPr>
        <a:xfrm>
          <a:off x="0" y="1383565"/>
          <a:ext cx="1986802" cy="95366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165100" rIns="35045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000" kern="1200"/>
            <a:t>01</a:t>
          </a:r>
          <a:endParaRPr sz="5000" kern="1200" dirty="0"/>
        </a:p>
      </dsp:txBody>
      <dsp:txXfrm>
        <a:off x="0" y="1383565"/>
        <a:ext cx="1986802" cy="953665"/>
      </dsp:txXfrm>
    </dsp:sp>
    <dsp:sp modelId="{F4658945-E3C9-49D1-BB7C-2467F7453853}">
      <dsp:nvSpPr>
        <dsp:cNvPr id="0" name=""/>
        <dsp:cNvSpPr/>
      </dsp:nvSpPr>
      <dsp:spPr>
        <a:xfrm>
          <a:off x="2159389" y="1422179"/>
          <a:ext cx="1986802" cy="2699111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0" rIns="35045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Input &amp; Highlighting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50" kern="1200" dirty="0"/>
            <a:t>Numbers1-9 entered by keyboard or pad, spotlighting the active cell, its row/column/box, and matching digits</a:t>
          </a:r>
          <a:r>
            <a:rPr lang="en-US" sz="1600" kern="1200" dirty="0"/>
            <a:t>.</a:t>
          </a:r>
          <a:endParaRPr lang="en-US" sz="1300" kern="1200" dirty="0"/>
        </a:p>
      </dsp:txBody>
      <dsp:txXfrm>
        <a:off x="2159389" y="2501824"/>
        <a:ext cx="1986802" cy="1619466"/>
      </dsp:txXfrm>
    </dsp:sp>
    <dsp:sp modelId="{F7DF0CA7-0D9B-453F-AB64-723C7A0A5E1C}">
      <dsp:nvSpPr>
        <dsp:cNvPr id="0" name=""/>
        <dsp:cNvSpPr/>
      </dsp:nvSpPr>
      <dsp:spPr>
        <a:xfrm>
          <a:off x="2193105" y="1383570"/>
          <a:ext cx="1986802" cy="95366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165100" rIns="35045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000" kern="1200"/>
            <a:t>02</a:t>
          </a:r>
          <a:endParaRPr sz="5000" kern="1200" dirty="0"/>
        </a:p>
      </dsp:txBody>
      <dsp:txXfrm>
        <a:off x="2193105" y="1383570"/>
        <a:ext cx="1986802" cy="953665"/>
      </dsp:txXfrm>
    </dsp:sp>
    <dsp:sp modelId="{D1187F62-F72E-447B-A167-D71985F22735}">
      <dsp:nvSpPr>
        <dsp:cNvPr id="0" name=""/>
        <dsp:cNvSpPr/>
      </dsp:nvSpPr>
      <dsp:spPr>
        <a:xfrm>
          <a:off x="4294090" y="1433242"/>
          <a:ext cx="2008101" cy="2673600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0" rIns="35045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Erase &amp; Undo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Reverse or clear entries instantly, no restart needed.</a:t>
          </a:r>
        </a:p>
      </dsp:txBody>
      <dsp:txXfrm>
        <a:off x="4294090" y="2502682"/>
        <a:ext cx="2008101" cy="1604160"/>
      </dsp:txXfrm>
    </dsp:sp>
    <dsp:sp modelId="{365F9844-FE67-4F35-83E0-CD09891EB877}">
      <dsp:nvSpPr>
        <dsp:cNvPr id="0" name=""/>
        <dsp:cNvSpPr/>
      </dsp:nvSpPr>
      <dsp:spPr>
        <a:xfrm>
          <a:off x="4340601" y="1403449"/>
          <a:ext cx="1986802" cy="95366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165100" rIns="35045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sz="5000" kern="1200"/>
            <a:t>03</a:t>
          </a:r>
          <a:endParaRPr sz="5000" kern="1200" dirty="0"/>
        </a:p>
      </dsp:txBody>
      <dsp:txXfrm>
        <a:off x="4340601" y="1403449"/>
        <a:ext cx="1986802" cy="953665"/>
      </dsp:txXfrm>
    </dsp:sp>
    <dsp:sp modelId="{99FEAAC3-5652-418D-9C2C-D87AD66D4EAD}">
      <dsp:nvSpPr>
        <dsp:cNvPr id="0" name=""/>
        <dsp:cNvSpPr/>
      </dsp:nvSpPr>
      <dsp:spPr>
        <a:xfrm>
          <a:off x="6464324" y="1433242"/>
          <a:ext cx="1980425" cy="2672384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0" rIns="35045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Live Status Bar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Displays level, time left, mistakes, hints, and score in real time</a:t>
          </a:r>
        </a:p>
      </dsp:txBody>
      <dsp:txXfrm>
        <a:off x="6464324" y="2502196"/>
        <a:ext cx="1980425" cy="1603430"/>
      </dsp:txXfrm>
    </dsp:sp>
    <dsp:sp modelId="{3E5B0B2B-4FA7-441E-80F9-4BF03F0C30B3}">
      <dsp:nvSpPr>
        <dsp:cNvPr id="0" name=""/>
        <dsp:cNvSpPr/>
      </dsp:nvSpPr>
      <dsp:spPr>
        <a:xfrm>
          <a:off x="6496997" y="1411024"/>
          <a:ext cx="1986802" cy="95366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165100" rIns="35045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04</a:t>
          </a:r>
          <a:endParaRPr lang="en-US" sz="5000" kern="1200" dirty="0"/>
        </a:p>
      </dsp:txBody>
      <dsp:txXfrm>
        <a:off x="6496997" y="1411024"/>
        <a:ext cx="1986802" cy="953665"/>
      </dsp:txXfrm>
    </dsp:sp>
    <dsp:sp modelId="{CEC71FC6-1C16-432A-9E57-FFD0188E1F26}">
      <dsp:nvSpPr>
        <dsp:cNvPr id="0" name=""/>
        <dsp:cNvSpPr/>
      </dsp:nvSpPr>
      <dsp:spPr>
        <a:xfrm>
          <a:off x="8641979" y="1433242"/>
          <a:ext cx="1916609" cy="2647875"/>
        </a:xfrm>
        <a:prstGeom prst="roundRect">
          <a:avLst>
            <a:gd name="adj" fmla="val 10000"/>
          </a:avLst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0" rIns="35045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New Game</a:t>
          </a:r>
          <a:r>
            <a:rPr lang="en-US" sz="1600" kern="1200" dirty="0"/>
            <a:t> 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Instantly generates a fresh puzzle at the current difficulty.</a:t>
          </a:r>
        </a:p>
      </dsp:txBody>
      <dsp:txXfrm>
        <a:off x="8641979" y="2492392"/>
        <a:ext cx="1916609" cy="1588725"/>
      </dsp:txXfrm>
    </dsp:sp>
    <dsp:sp modelId="{516E67A9-CF02-423D-BD7A-2111E79662CA}">
      <dsp:nvSpPr>
        <dsp:cNvPr id="0" name=""/>
        <dsp:cNvSpPr/>
      </dsp:nvSpPr>
      <dsp:spPr>
        <a:xfrm>
          <a:off x="8609479" y="1403451"/>
          <a:ext cx="1986802" cy="953665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0090" tIns="165100" rIns="35045" bIns="1651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05</a:t>
          </a:r>
          <a:endParaRPr lang="en-US" sz="5000" kern="1200" dirty="0"/>
        </a:p>
      </dsp:txBody>
      <dsp:txXfrm>
        <a:off x="8609479" y="1403451"/>
        <a:ext cx="1986802" cy="95366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792176-A519-4D03-AA4B-084013F1B682}">
      <dsp:nvSpPr>
        <dsp:cNvPr id="0" name=""/>
        <dsp:cNvSpPr/>
      </dsp:nvSpPr>
      <dsp:spPr>
        <a:xfrm>
          <a:off x="4064000" y="2057588"/>
          <a:ext cx="2875309" cy="75899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9488"/>
              </a:lnTo>
              <a:lnTo>
                <a:pt x="2875309" y="509488"/>
              </a:lnTo>
              <a:lnTo>
                <a:pt x="2875309" y="75899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C04627-142C-45C2-835D-1AA499614EC2}">
      <dsp:nvSpPr>
        <dsp:cNvPr id="0" name=""/>
        <dsp:cNvSpPr/>
      </dsp:nvSpPr>
      <dsp:spPr>
        <a:xfrm>
          <a:off x="4018280" y="2057588"/>
          <a:ext cx="91440" cy="75899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5899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3886FDF-E29A-425B-BAE1-9F041C103C77}">
      <dsp:nvSpPr>
        <dsp:cNvPr id="0" name=""/>
        <dsp:cNvSpPr/>
      </dsp:nvSpPr>
      <dsp:spPr>
        <a:xfrm>
          <a:off x="1188690" y="2057588"/>
          <a:ext cx="2875309" cy="758998"/>
        </a:xfrm>
        <a:custGeom>
          <a:avLst/>
          <a:gdLst/>
          <a:ahLst/>
          <a:cxnLst/>
          <a:rect l="0" t="0" r="0" b="0"/>
          <a:pathLst>
            <a:path>
              <a:moveTo>
                <a:pt x="2875309" y="0"/>
              </a:moveTo>
              <a:lnTo>
                <a:pt x="2875309" y="509488"/>
              </a:lnTo>
              <a:lnTo>
                <a:pt x="0" y="509488"/>
              </a:lnTo>
              <a:lnTo>
                <a:pt x="0" y="758998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921591-D83F-466D-83A5-853DD70D0C3E}">
      <dsp:nvSpPr>
        <dsp:cNvPr id="0" name=""/>
        <dsp:cNvSpPr/>
      </dsp:nvSpPr>
      <dsp:spPr>
        <a:xfrm>
          <a:off x="3042017" y="1153957"/>
          <a:ext cx="2043965" cy="9036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kern="1200" dirty="0">
              <a:latin typeface="+mj-lt"/>
            </a:rPr>
            <a:t>Level</a:t>
          </a:r>
        </a:p>
      </dsp:txBody>
      <dsp:txXfrm>
        <a:off x="3042017" y="1153957"/>
        <a:ext cx="2043965" cy="903631"/>
      </dsp:txXfrm>
    </dsp:sp>
    <dsp:sp modelId="{25184A8C-BD9B-44B0-A889-DAFD3A69059E}">
      <dsp:nvSpPr>
        <dsp:cNvPr id="0" name=""/>
        <dsp:cNvSpPr/>
      </dsp:nvSpPr>
      <dsp:spPr>
        <a:xfrm>
          <a:off x="545" y="2816587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Easy</a:t>
          </a:r>
          <a:r>
            <a:rPr lang="en-US" sz="2100" kern="1200" dirty="0"/>
            <a:t>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40 clues, 10:00. More clues, time to learn controls</a:t>
          </a:r>
        </a:p>
      </dsp:txBody>
      <dsp:txXfrm>
        <a:off x="545" y="2816587"/>
        <a:ext cx="2376289" cy="1188144"/>
      </dsp:txXfrm>
    </dsp:sp>
    <dsp:sp modelId="{65F32D97-D604-4FA6-92B2-129035013124}">
      <dsp:nvSpPr>
        <dsp:cNvPr id="0" name=""/>
        <dsp:cNvSpPr/>
      </dsp:nvSpPr>
      <dsp:spPr>
        <a:xfrm>
          <a:off x="2875855" y="2816587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Medium</a:t>
          </a:r>
          <a:r>
            <a:rPr lang="en-US" sz="2100" kern="1200" dirty="0"/>
            <a:t>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 </a:t>
          </a:r>
          <a:r>
            <a:rPr lang="en-US" sz="1600" kern="1200" dirty="0"/>
            <a:t>32 clues, 7:00. Fewer clues, more empty cells</a:t>
          </a:r>
        </a:p>
      </dsp:txBody>
      <dsp:txXfrm>
        <a:off x="2875855" y="2816587"/>
        <a:ext cx="2376289" cy="1188144"/>
      </dsp:txXfrm>
    </dsp:sp>
    <dsp:sp modelId="{FFB9F935-6CDA-471B-A72E-350B868A88AC}">
      <dsp:nvSpPr>
        <dsp:cNvPr id="0" name=""/>
        <dsp:cNvSpPr/>
      </dsp:nvSpPr>
      <dsp:spPr>
        <a:xfrm>
          <a:off x="5751165" y="2816587"/>
          <a:ext cx="2376289" cy="1188144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" tIns="13335" rIns="13335" bIns="13335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/>
            <a:t>Hard</a:t>
          </a:r>
          <a:r>
            <a:rPr lang="en-US" sz="2100" kern="1200" dirty="0"/>
            <a:t> </a:t>
          </a:r>
        </a:p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 </a:t>
          </a:r>
          <a:r>
            <a:rPr lang="en-US" sz="1600" kern="1200" dirty="0"/>
            <a:t>26 clues, 5:00. Fewest clues, highest score</a:t>
          </a:r>
        </a:p>
      </dsp:txBody>
      <dsp:txXfrm>
        <a:off x="5751165" y="2816587"/>
        <a:ext cx="2376289" cy="118814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D16C63-9F05-49BE-9B43-15959E984FBE}">
      <dsp:nvSpPr>
        <dsp:cNvPr id="0" name=""/>
        <dsp:cNvSpPr/>
      </dsp:nvSpPr>
      <dsp:spPr>
        <a:xfrm>
          <a:off x="0" y="1201225"/>
          <a:ext cx="8128000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>
              <a:latin typeface="+mj-lt"/>
            </a:rPr>
            <a:t>Timer Behavior</a:t>
          </a:r>
        </a:p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br>
            <a:rPr lang="en-US" sz="1600" kern="1200" dirty="0"/>
          </a:br>
          <a:r>
            <a:rPr lang="en-US" sz="1600" kern="1200" dirty="0">
              <a:latin typeface="Cambria" panose="02040503050406030204" pitchFamily="18" charset="0"/>
              <a:ea typeface="Cambria" panose="02040503050406030204" pitchFamily="18" charset="0"/>
            </a:rPr>
            <a:t>Starts on the first real action selecting a cell, entering a number, erase, undo, or hint.</a:t>
          </a:r>
          <a:br>
            <a:rPr lang="en-US" sz="1600" kern="1200" dirty="0">
              <a:latin typeface="Cambria" panose="02040503050406030204" pitchFamily="18" charset="0"/>
              <a:ea typeface="Cambria" panose="02040503050406030204" pitchFamily="18" charset="0"/>
            </a:rPr>
          </a:br>
          <a:r>
            <a:rPr lang="en-US" sz="1600" kern="1200" dirty="0">
              <a:latin typeface="Cambria" panose="02040503050406030204" pitchFamily="18" charset="0"/>
              <a:ea typeface="Cambria" panose="02040503050406030204" pitchFamily="18" charset="0"/>
            </a:rPr>
            <a:t>At 00:00 the game ends, and a new shuffled puzzle of the same level starts automatically.</a:t>
          </a:r>
        </a:p>
      </dsp:txBody>
      <dsp:txXfrm>
        <a:off x="59399" y="1260624"/>
        <a:ext cx="8009202" cy="109800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508B272-FEBD-439A-8476-5549533CEEFA}">
      <dsp:nvSpPr>
        <dsp:cNvPr id="0" name=""/>
        <dsp:cNvSpPr/>
      </dsp:nvSpPr>
      <dsp:spPr>
        <a:xfrm>
          <a:off x="4494" y="950188"/>
          <a:ext cx="1823099" cy="2648280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Fill Diagonal Boxes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 </a:t>
          </a:r>
          <a:r>
            <a:rPr lang="en-US" sz="1600" kern="1200" dirty="0"/>
            <a:t>The three non-overlapping 3×3 boxes are filled with shuffled 1–9 values as a valid start.</a:t>
          </a:r>
        </a:p>
      </dsp:txBody>
      <dsp:txXfrm>
        <a:off x="57891" y="1003585"/>
        <a:ext cx="1716305" cy="2541486"/>
      </dsp:txXfrm>
    </dsp:sp>
    <dsp:sp modelId="{BC6F0819-29C1-46F1-8896-21452F7E81AF}">
      <dsp:nvSpPr>
        <dsp:cNvPr id="0" name=""/>
        <dsp:cNvSpPr/>
      </dsp:nvSpPr>
      <dsp:spPr>
        <a:xfrm rot="40239">
          <a:off x="1991197" y="2086624"/>
          <a:ext cx="346887" cy="4046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1991201" y="2166943"/>
        <a:ext cx="242821" cy="242784"/>
      </dsp:txXfrm>
    </dsp:sp>
    <dsp:sp modelId="{6A7A4D9B-4A7E-4BFE-99F1-DA4BCF86B7A2}">
      <dsp:nvSpPr>
        <dsp:cNvPr id="0" name=""/>
        <dsp:cNvSpPr/>
      </dsp:nvSpPr>
      <dsp:spPr>
        <a:xfrm>
          <a:off x="2482054" y="940594"/>
          <a:ext cx="1925581" cy="2726671"/>
        </a:xfrm>
        <a:prstGeom prst="roundRect">
          <a:avLst>
            <a:gd name="adj" fmla="val 10000"/>
          </a:avLst>
        </a:prstGeom>
        <a:solidFill>
          <a:schemeClr val="accent5">
            <a:hueOff val="-2723"/>
            <a:satOff val="8698"/>
            <a:lumOff val="-862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Solve the Rest</a:t>
          </a:r>
          <a:r>
            <a:rPr lang="en-US" sz="2000" kern="1200" dirty="0"/>
            <a:t> </a:t>
          </a:r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 dirty="0"/>
        </a:p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 </a:t>
          </a:r>
          <a:r>
            <a:rPr lang="en-US" sz="1600" kern="1200" dirty="0"/>
            <a:t>The CSP solver completes the remaining cells into a full valid grid.</a:t>
          </a:r>
        </a:p>
      </dsp:txBody>
      <dsp:txXfrm>
        <a:off x="2538452" y="996992"/>
        <a:ext cx="1812785" cy="2613875"/>
      </dsp:txXfrm>
    </dsp:sp>
    <dsp:sp modelId="{477A4BC5-06BD-48CB-B9B8-00E9BFB93625}">
      <dsp:nvSpPr>
        <dsp:cNvPr id="0" name=""/>
        <dsp:cNvSpPr/>
      </dsp:nvSpPr>
      <dsp:spPr>
        <a:xfrm>
          <a:off x="4570797" y="2101609"/>
          <a:ext cx="345902" cy="4046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-4085"/>
            <a:satOff val="13048"/>
            <a:lumOff val="-12941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4570797" y="2182537"/>
        <a:ext cx="242131" cy="242784"/>
      </dsp:txXfrm>
    </dsp:sp>
    <dsp:sp modelId="{02DA5B00-BE4B-4C15-84D2-31C4498B72A9}">
      <dsp:nvSpPr>
        <dsp:cNvPr id="0" name=""/>
        <dsp:cNvSpPr/>
      </dsp:nvSpPr>
      <dsp:spPr>
        <a:xfrm>
          <a:off x="5060281" y="920014"/>
          <a:ext cx="1866549" cy="2767830"/>
        </a:xfrm>
        <a:prstGeom prst="roundRect">
          <a:avLst>
            <a:gd name="adj" fmla="val 10000"/>
          </a:avLst>
        </a:prstGeom>
        <a:solidFill>
          <a:schemeClr val="accent5">
            <a:hueOff val="-5447"/>
            <a:satOff val="17397"/>
            <a:lumOff val="-1725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Shuffle Safely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b="1" kern="1200" dirty="0"/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</a:t>
          </a:r>
          <a:r>
            <a:rPr lang="en-US" sz="1600" kern="1200" dirty="0"/>
            <a:t>Rows and columns swapped, digits relabeled  validity preserved.</a:t>
          </a:r>
        </a:p>
      </dsp:txBody>
      <dsp:txXfrm>
        <a:off x="5114950" y="974683"/>
        <a:ext cx="1757211" cy="2658492"/>
      </dsp:txXfrm>
    </dsp:sp>
    <dsp:sp modelId="{631F3749-F7AB-4834-8A05-F120CB5C86AA}">
      <dsp:nvSpPr>
        <dsp:cNvPr id="0" name=""/>
        <dsp:cNvSpPr/>
      </dsp:nvSpPr>
      <dsp:spPr>
        <a:xfrm>
          <a:off x="7089992" y="2101609"/>
          <a:ext cx="345902" cy="404640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900" kern="1200"/>
        </a:p>
      </dsp:txBody>
      <dsp:txXfrm>
        <a:off x="7089992" y="2182537"/>
        <a:ext cx="242131" cy="242784"/>
      </dsp:txXfrm>
    </dsp:sp>
    <dsp:sp modelId="{73AD4E37-E8B5-43D2-A05D-6415B28F15C1}">
      <dsp:nvSpPr>
        <dsp:cNvPr id="0" name=""/>
        <dsp:cNvSpPr/>
      </dsp:nvSpPr>
      <dsp:spPr>
        <a:xfrm>
          <a:off x="7579477" y="902207"/>
          <a:ext cx="1930035" cy="2803445"/>
        </a:xfrm>
        <a:prstGeom prst="roundRect">
          <a:avLst>
            <a:gd name="adj" fmla="val 10000"/>
          </a:avLst>
        </a:prstGeom>
        <a:solidFill>
          <a:schemeClr val="accent5">
            <a:hueOff val="-8170"/>
            <a:satOff val="26095"/>
            <a:lumOff val="-2588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Remove Clues Carefully</a:t>
          </a:r>
          <a:r>
            <a:rPr lang="en-US" sz="1600" kern="1200" dirty="0"/>
            <a:t>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 </a:t>
          </a:r>
          <a:r>
            <a:rPr lang="en-US" sz="1600" kern="1200" dirty="0"/>
            <a:t>Numbers are deleted down to the level's clue count, keeping exactly one solution</a:t>
          </a:r>
          <a:r>
            <a:rPr lang="en-US" sz="1400" kern="1200" dirty="0"/>
            <a:t>.</a:t>
          </a:r>
        </a:p>
      </dsp:txBody>
      <dsp:txXfrm>
        <a:off x="7636006" y="958736"/>
        <a:ext cx="1816977" cy="2690387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32331F-D077-4C9F-A8A2-802856BEF152}">
      <dsp:nvSpPr>
        <dsp:cNvPr id="0" name=""/>
        <dsp:cNvSpPr/>
      </dsp:nvSpPr>
      <dsp:spPr>
        <a:xfrm>
          <a:off x="0" y="467177"/>
          <a:ext cx="8128000" cy="1216800"/>
        </a:xfrm>
        <a:prstGeom prst="roundRect">
          <a:avLst/>
        </a:prstGeom>
        <a:solidFill>
          <a:schemeClr val="tx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mbria" panose="02040503050406030204" pitchFamily="18" charset="0"/>
              <a:ea typeface="Cambria" panose="02040503050406030204" pitchFamily="18" charset="0"/>
            </a:rPr>
            <a:t>Win:</a:t>
          </a:r>
          <a:r>
            <a:rPr lang="en-US" sz="2000" kern="1200" dirty="0">
              <a:latin typeface="Cambria" panose="02040503050406030204" pitchFamily="18" charset="0"/>
              <a:ea typeface="Cambria" panose="02040503050406030204" pitchFamily="18" charset="0"/>
            </a:rPr>
            <a:t> All cells match the solution; timer stops and final score is shown.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Cambria" panose="02040503050406030204" pitchFamily="18" charset="0"/>
              <a:ea typeface="Cambria" panose="02040503050406030204" pitchFamily="18" charset="0"/>
            </a:rPr>
            <a:t>Timeout: </a:t>
          </a:r>
          <a:r>
            <a:rPr lang="en-US" sz="2000" kern="1200" dirty="0">
              <a:latin typeface="Cambria" panose="02040503050406030204" pitchFamily="18" charset="0"/>
              <a:ea typeface="Cambria" panose="02040503050406030204" pitchFamily="18" charset="0"/>
            </a:rPr>
            <a:t>Mistakes don't end the game; at 00:00, a new puzzle of the same level begins.</a:t>
          </a:r>
        </a:p>
      </dsp:txBody>
      <dsp:txXfrm>
        <a:off x="59399" y="526576"/>
        <a:ext cx="8009202" cy="109800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743512-B05D-4A13-8E5F-CDE0EBD87B07}">
      <dsp:nvSpPr>
        <dsp:cNvPr id="0" name=""/>
        <dsp:cNvSpPr/>
      </dsp:nvSpPr>
      <dsp:spPr>
        <a:xfrm>
          <a:off x="1632413" y="207696"/>
          <a:ext cx="4045233" cy="48904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>
              <a:solidFill>
                <a:schemeClr val="bg1"/>
              </a:solidFill>
              <a:latin typeface="+mj-lt"/>
            </a:rPr>
            <a:t>Selected Cell</a:t>
          </a:r>
        </a:p>
      </dsp:txBody>
      <dsp:txXfrm>
        <a:off x="1632413" y="207696"/>
        <a:ext cx="4045233" cy="489048"/>
      </dsp:txXfrm>
    </dsp:sp>
    <dsp:sp modelId="{FC633C90-E09F-4450-B412-E9C884C63291}">
      <dsp:nvSpPr>
        <dsp:cNvPr id="0" name=""/>
        <dsp:cNvSpPr/>
      </dsp:nvSpPr>
      <dsp:spPr>
        <a:xfrm>
          <a:off x="475094" y="302148"/>
          <a:ext cx="789192" cy="7891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1</a:t>
          </a:r>
        </a:p>
      </dsp:txBody>
      <dsp:txXfrm>
        <a:off x="590668" y="417722"/>
        <a:ext cx="558044" cy="558044"/>
      </dsp:txXfrm>
    </dsp:sp>
    <dsp:sp modelId="{F7BAD2AD-1AF5-46B6-9F99-A2C0513CDDF8}">
      <dsp:nvSpPr>
        <dsp:cNvPr id="0" name=""/>
        <dsp:cNvSpPr/>
      </dsp:nvSpPr>
      <dsp:spPr>
        <a:xfrm>
          <a:off x="1632413" y="759499"/>
          <a:ext cx="4045233" cy="48904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160" rIns="20320" bIns="101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Row and column of the empty cell.</a:t>
          </a:r>
        </a:p>
      </dsp:txBody>
      <dsp:txXfrm>
        <a:off x="1632413" y="759499"/>
        <a:ext cx="4045233" cy="489048"/>
      </dsp:txXfrm>
    </dsp:sp>
    <dsp:sp modelId="{5AE77C37-9B0A-4B3D-BC21-2C7D75FEC3B5}">
      <dsp:nvSpPr>
        <dsp:cNvPr id="0" name=""/>
        <dsp:cNvSpPr/>
      </dsp:nvSpPr>
      <dsp:spPr>
        <a:xfrm rot="5400000">
          <a:off x="731962" y="1216086"/>
          <a:ext cx="275456" cy="259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1</a:t>
          </a:r>
        </a:p>
      </dsp:txBody>
      <dsp:txXfrm rot="-5400000">
        <a:off x="590668" y="417722"/>
        <a:ext cx="558044" cy="558044"/>
      </dsp:txXfrm>
    </dsp:sp>
    <dsp:sp modelId="{F59E7DE1-722C-462B-A8AE-8CEA26412402}">
      <dsp:nvSpPr>
        <dsp:cNvPr id="0" name=""/>
        <dsp:cNvSpPr/>
      </dsp:nvSpPr>
      <dsp:spPr>
        <a:xfrm>
          <a:off x="1632413" y="1272345"/>
          <a:ext cx="4045233" cy="48904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 dirty="0">
              <a:solidFill>
                <a:schemeClr val="bg1"/>
              </a:solidFill>
              <a:latin typeface="+mj-lt"/>
            </a:rPr>
            <a:t>Possible Numbers</a:t>
          </a:r>
        </a:p>
      </dsp:txBody>
      <dsp:txXfrm>
        <a:off x="1632413" y="1272345"/>
        <a:ext cx="4045233" cy="489048"/>
      </dsp:txXfrm>
    </dsp:sp>
    <dsp:sp modelId="{6FEFE691-7B62-4A19-A497-3ACD8857A1AD}">
      <dsp:nvSpPr>
        <dsp:cNvPr id="0" name=""/>
        <dsp:cNvSpPr/>
      </dsp:nvSpPr>
      <dsp:spPr>
        <a:xfrm>
          <a:off x="475094" y="1366798"/>
          <a:ext cx="789192" cy="7891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/>
            <a:t>2</a:t>
          </a:r>
        </a:p>
      </dsp:txBody>
      <dsp:txXfrm>
        <a:off x="590668" y="1482372"/>
        <a:ext cx="558044" cy="558044"/>
      </dsp:txXfrm>
    </dsp:sp>
    <dsp:sp modelId="{182B188E-F2C5-448D-8C17-456E7109A3A3}">
      <dsp:nvSpPr>
        <dsp:cNvPr id="0" name=""/>
        <dsp:cNvSpPr/>
      </dsp:nvSpPr>
      <dsp:spPr>
        <a:xfrm>
          <a:off x="1632413" y="1761394"/>
          <a:ext cx="4045233" cy="48904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160" rIns="20320" bIns="101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Legal domain after applying row, column, and box constraints.</a:t>
          </a:r>
          <a:endParaRPr lang="en-US" sz="1600" kern="1200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1632413" y="1761394"/>
        <a:ext cx="4045233" cy="489048"/>
      </dsp:txXfrm>
    </dsp:sp>
    <dsp:sp modelId="{539C4020-1720-4E7D-9F1B-7615728449AD}">
      <dsp:nvSpPr>
        <dsp:cNvPr id="0" name=""/>
        <dsp:cNvSpPr/>
      </dsp:nvSpPr>
      <dsp:spPr>
        <a:xfrm rot="5400000">
          <a:off x="731962" y="2280736"/>
          <a:ext cx="275456" cy="259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/>
            <a:t>2</a:t>
          </a:r>
        </a:p>
      </dsp:txBody>
      <dsp:txXfrm rot="-5400000">
        <a:off x="590668" y="1482372"/>
        <a:ext cx="558044" cy="558044"/>
      </dsp:txXfrm>
    </dsp:sp>
    <dsp:sp modelId="{3E63E823-AFC3-4BF4-ACD4-CACFC1A567A2}">
      <dsp:nvSpPr>
        <dsp:cNvPr id="0" name=""/>
        <dsp:cNvSpPr/>
      </dsp:nvSpPr>
      <dsp:spPr>
        <a:xfrm>
          <a:off x="1632413" y="2336995"/>
          <a:ext cx="4045233" cy="48904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i="0" kern="1200" dirty="0">
              <a:solidFill>
                <a:schemeClr val="bg1"/>
              </a:solidFill>
              <a:latin typeface="+mj-lt"/>
            </a:rPr>
            <a:t>AI recommendation</a:t>
          </a:r>
          <a:endParaRPr lang="en-US" sz="1800" kern="1200" dirty="0">
            <a:solidFill>
              <a:schemeClr val="bg1"/>
            </a:solidFill>
            <a:latin typeface="+mj-lt"/>
          </a:endParaRPr>
        </a:p>
      </dsp:txBody>
      <dsp:txXfrm>
        <a:off x="1632413" y="2336995"/>
        <a:ext cx="4045233" cy="489048"/>
      </dsp:txXfrm>
    </dsp:sp>
    <dsp:sp modelId="{EE31F53F-67AB-448F-813C-F533774CAF5C}">
      <dsp:nvSpPr>
        <dsp:cNvPr id="0" name=""/>
        <dsp:cNvSpPr/>
      </dsp:nvSpPr>
      <dsp:spPr>
        <a:xfrm>
          <a:off x="475094" y="2431447"/>
          <a:ext cx="789192" cy="7891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/>
            <a:t>3</a:t>
          </a:r>
        </a:p>
      </dsp:txBody>
      <dsp:txXfrm>
        <a:off x="590668" y="2547021"/>
        <a:ext cx="558044" cy="558044"/>
      </dsp:txXfrm>
    </dsp:sp>
    <dsp:sp modelId="{A3F252E0-3295-42EB-B15D-EC32288D6C8D}">
      <dsp:nvSpPr>
        <dsp:cNvPr id="0" name=""/>
        <dsp:cNvSpPr/>
      </dsp:nvSpPr>
      <dsp:spPr>
        <a:xfrm>
          <a:off x="1632413" y="2826044"/>
          <a:ext cx="4045233" cy="48904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160" rIns="20320" bIns="101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The true solution value for that cell, so the hint is never a wrong number.</a:t>
          </a:r>
        </a:p>
      </dsp:txBody>
      <dsp:txXfrm>
        <a:off x="1632413" y="2826044"/>
        <a:ext cx="4045233" cy="489048"/>
      </dsp:txXfrm>
    </dsp:sp>
    <dsp:sp modelId="{01B13B59-2FDC-4023-85A6-B25965D852AC}">
      <dsp:nvSpPr>
        <dsp:cNvPr id="0" name=""/>
        <dsp:cNvSpPr/>
      </dsp:nvSpPr>
      <dsp:spPr>
        <a:xfrm rot="5400000">
          <a:off x="731962" y="3345386"/>
          <a:ext cx="275456" cy="25965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/>
            <a:t>3</a:t>
          </a:r>
        </a:p>
      </dsp:txBody>
      <dsp:txXfrm rot="-5400000">
        <a:off x="590668" y="2547021"/>
        <a:ext cx="558044" cy="558044"/>
      </dsp:txXfrm>
    </dsp:sp>
    <dsp:sp modelId="{C3BBCE84-CA11-4DAD-8DF4-9ADD645A3366}">
      <dsp:nvSpPr>
        <dsp:cNvPr id="0" name=""/>
        <dsp:cNvSpPr/>
      </dsp:nvSpPr>
      <dsp:spPr>
        <a:xfrm>
          <a:off x="1632413" y="3401645"/>
          <a:ext cx="4045233" cy="48904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1430" rIns="22860" bIns="11430" numCol="1" spcCol="1270" anchor="b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b="1" i="0" kern="1200" dirty="0">
              <a:solidFill>
                <a:schemeClr val="bg1"/>
              </a:solidFill>
              <a:latin typeface="+mj-lt"/>
            </a:rPr>
            <a:t>Short explanation</a:t>
          </a:r>
          <a:endParaRPr lang="en-US" sz="1800" kern="1200" dirty="0">
            <a:solidFill>
              <a:schemeClr val="bg1"/>
            </a:solidFill>
            <a:latin typeface="+mj-lt"/>
          </a:endParaRPr>
        </a:p>
      </dsp:txBody>
      <dsp:txXfrm>
        <a:off x="1632413" y="3401645"/>
        <a:ext cx="4045233" cy="489048"/>
      </dsp:txXfrm>
    </dsp:sp>
    <dsp:sp modelId="{E6AE2D9F-EAFA-4FD0-834B-D6E14E16B8AB}">
      <dsp:nvSpPr>
        <dsp:cNvPr id="0" name=""/>
        <dsp:cNvSpPr/>
      </dsp:nvSpPr>
      <dsp:spPr>
        <a:xfrm>
          <a:off x="475094" y="3496097"/>
          <a:ext cx="789192" cy="78919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sz="3600" kern="1200"/>
            <a:t>4</a:t>
          </a:r>
        </a:p>
      </dsp:txBody>
      <dsp:txXfrm>
        <a:off x="590668" y="3611671"/>
        <a:ext cx="558044" cy="558044"/>
      </dsp:txXfrm>
    </dsp:sp>
    <dsp:sp modelId="{52F23DBF-3436-4096-AD9F-0AB19B01D98E}">
      <dsp:nvSpPr>
        <dsp:cNvPr id="0" name=""/>
        <dsp:cNvSpPr/>
      </dsp:nvSpPr>
      <dsp:spPr>
        <a:xfrm>
          <a:off x="1632413" y="3890694"/>
          <a:ext cx="4045233" cy="489048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0160" rIns="20320" bIns="101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rPr>
            <a:t>Why that number is valid in this row, column, and 3×3 box.</a:t>
          </a:r>
          <a:endParaRPr lang="en-US" sz="1600" kern="1200" dirty="0">
            <a:solidFill>
              <a:schemeClr val="bg1"/>
            </a:solidFill>
            <a:latin typeface="Cambria" panose="02040503050406030204" pitchFamily="18" charset="0"/>
            <a:ea typeface="Cambria" panose="02040503050406030204" pitchFamily="18" charset="0"/>
          </a:endParaRPr>
        </a:p>
      </dsp:txBody>
      <dsp:txXfrm>
        <a:off x="1632413" y="3890694"/>
        <a:ext cx="4045233" cy="48904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24/layout/NumberedLinearArrowProcess#1">
  <dgm:title val=""/>
  <dgm:desc val=""/>
  <dgm:catLst>
    <dgm:cat type="process" pri="17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DAC40476-D8E8-4389-BFA3-E6089453619E}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{8931C81C-F3E3-40D4-96AF-7E30A1821A7B}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{24F556EC-107C-4598-9420-4D0FD0BD8FA4}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3" destOrd="0" sibTransId="301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Node" refType="w"/>
      <dgm:constr type="h" for="ch" forName="compositeNode" op="equ"/>
      <dgm:constr type="w" for="ch" forName="sibTransComposite" refType="w" refFor="ch" refForName="compositeNode" fact="0"/>
      <dgm:constr type="w" for="des" forName="parTx"/>
      <dgm:constr type="h" for="des" forName="parTx" op="equ"/>
      <dgm:constr type="h" for="des" forName="parSh" op="equ"/>
      <dgm:constr type="w" for="des" forName="nodeText"/>
      <dgm:constr type="h" for="des" forName="nodeText" op="equ"/>
      <dgm:constr type="w" for="des" forName="parSh"/>
      <dgm:constr type="w" for="des" forName="parSh" op="equ"/>
      <dgm:constr type="primFontSz" for="des" forName="parTx" val="29"/>
      <dgm:constr type="primFontSz" for="des" forName="parTx" op="equ"/>
      <dgm:constr type="primFontSz" for="des" forName="parSh" op="equ"/>
      <dgm:constr type="primFontSz" for="des" forName="nodeText" op="equ"/>
      <dgm:constr type="secFontSz" for="des" forName="nodeText" op="equ"/>
      <dgm:constr type="primFontSz" for="des" forName="sibTransNodeCircle" op="equ"/>
      <dgm:constr type="h" for="des" forName="sibTransNodeCircle" op="equ"/>
      <dgm:constr type="w" for="des" forName="sibTransNodeCircle" op="equ"/>
      <dgm:constr type="h" for="des" forName="parTx" refType="primFontSz" refFor="des" refForName="parTx" fact="1.5"/>
      <dgm:constr type="h" for="ch" forName="compositeNode" refType="h"/>
      <dgm:constr type="h" for="des" forName="parSh" refType="w"/>
      <dgm:constr type="h" for="des" forName="nodeText" refType="primFontSz" refFor="des" refForName="parTx" fact="1.7"/>
      <dgm:constr type="h" for="des" forName="parSh" refType="h" refFor="des" refForName="parTx" op="lte" fact="1.2"/>
      <dgm:constr type="h" for="des" forName="parSh" refType="h" refFor="des" refForName="parTx" op="gte" fact="1.2"/>
    </dgm:constrLst>
    <dgm:ruleLst>
      <dgm:rule type="primFontSz" for="des" forName="parSh" val="5" fact="NaN" max="NaN"/>
    </dgm:ruleLst>
    <dgm:forEach name="Name3" axis="ch" ptType="node">
      <dgm:layoutNode name="compositeNode">
        <dgm:alg type="composite"/>
        <dgm:shape xmlns:r="http://schemas.openxmlformats.org/officeDocument/2006/relationships" r:blip="">
          <dgm:adjLst/>
        </dgm:shape>
        <dgm:presOf/>
        <dgm:choose name="Name004">
          <dgm:if name="Name5" axis="self" ptType="node" func="cnt" op="equ" val="0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/>
              <dgm:constr type="ctrX" for="ch" forName="nodeText" refType="w" fact="0.5"/>
              <dgm:constr type="t" for="ch" forName="nodeText" refType="b" refFor="ch" refForName="parSh"/>
            </dgm:constrLst>
          </dgm:if>
          <dgm:else name="Name6">
            <dgm:constrLst>
              <dgm:constr type="w" for="ch" forName="parTx" refType="w"/>
              <dgm:constr type="w" for="ch" forName="parSh" refType="w" refFor="ch" refForName="parTx"/>
              <dgm:constr type="w" for="ch" forName="nodeText" refType="w" refFor="ch" refForName="parTx" fact="0.9"/>
              <dgm:constr type="ctrX" for="ch" forName="nodeText" refType="w" fact="0.5"/>
              <dgm:constr type="t" for="ch" forName="nodeText" refType="b" refFor="ch" refForName="parSh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zOrderOff="1" hideGeom="1">
            <dgm:adjLst/>
          </dgm:shape>
          <dgm:presOf/>
          <dgm:constrLst>
            <dgm:constr type="h" refType="w" op="lte" fact="0.4"/>
            <dgm:constr type="h"/>
          </dgm:constrLst>
          <dgm:ruleLst>
            <dgm:rule type="h" val="INF" fact="NaN" max="NaN"/>
          </dgm:ruleLst>
        </dgm:layoutNode>
        <dgm:layoutNode name="parSh">
          <dgm:alg type="composite"/>
          <dgm:shape xmlns:r="http://schemas.openxmlformats.org/officeDocument/2006/relationships" r:blip="">
            <dgm:adjLst/>
          </dgm:shape>
          <dgm:presOf axis="self" ptType="node"/>
          <dgm:choose name="casesForFirstAndLastNode">
            <dgm:if name="ifFirstNode" axis="self" ptType="node" func="pos" op="equ" val="1">
              <dgm:choose name="removeLineWhenOnlyOneNode">
                <dgm:if name="ifOnlyOneNode" axis="followSib" ptType="node" func="cnt" op="equ" val="0">
                  <dgm:constrLst>
                    <dgm:constr type="h"/>
                    <dgm:constr type="h" for="ch" forName="lineNode" val="0.002"/>
                    <dgm:constr type="w" for="ch" forName="lineNode" refType="w" fact="0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ifMoreThanOneNode">
                  <dgm:choose name="firstNodeDirChoose">
                    <dgm:if name="firstNodeDirNorm" func="var" arg="dir" op="equ" val="norm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55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87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if>
                    <dgm:else name="firstNodeDirRev">
                      <dgm:constrLst>
                        <dgm:constr type="h"/>
                        <dgm:constr type="h" for="ch" forName="lineNode" val="0.002"/>
                        <dgm:constr type="w" for="ch" forName="lineNode" refType="w" fact="0.35"/>
                        <dgm:constr type="l" for="ch" forName="lineNode" refType="w" fact="0.1"/>
                        <dgm:constr type="w" for="ch" forName="lineArrowNode" refType="w" fact="0.046"/>
                        <dgm:constr type="h" for="ch" forName="lineArrowNode" refType="h" fact="0.18"/>
                        <dgm:constr type="l" for="ch" forName="lineArrowNode" refType="w" fact="0.084"/>
                        <dgm:constr type="t" for="ch" forName="lineArrowNode" refType="h" fact="0.165"/>
                        <dgm:constr type="ctrY" for="ch" forName="lineNode" refType="ctrY" refFor="ch" refForName="sibTransNodeCircle"/>
                        <dgm:constr type="h" for="ch" forName="sibTransNodeCircle" refType="h" fact="0.608"/>
                        <dgm:constr type="h" for="ch" forName="sibTransNodeCircle" refType="w" op="lte" fact="0.54"/>
                        <dgm:constr type="w" for="ch" forName="sibTransNodeCircle" refType="h" refFor="ch" refForName="sibTransNodeCircle"/>
                        <dgm:constr type="ctrX" for="ch" forName="sibTransNodeCircle" refType="w" fact="0.5"/>
                        <dgm:constr type="ctrY" for="ch" forName="sibTransNodeCircle" refType="h" fact="0.25"/>
                        <dgm:constr type="t" for="ch" forName="spacerBetweenCircleAndCallout" refType="b" refFor="ch" refForName="sibTransNodeCircle"/>
                        <dgm:constr type="h" for="ch" forName="spacerBetweenCircleAndCallout" val="2"/>
                        <dgm:constr type="t" for="ch" forName="verticalConnector" refType="b" refFor="ch" refForName="spacerBetweenCircleAndCallout"/>
                        <dgm:constr type="h" for="ch" forName="verticalConnector" refType="h" fact="0.35"/>
                        <dgm:constr type="w" for="ch" forName="verticalConnector" val="0.002"/>
                        <dgm:constr type="ctrX" for="ch" forName="verticalConnector" refType="ctrX" refFor="ch" refForName="sibTransNodeCircle"/>
                      </dgm:constrLst>
                    </dgm:else>
                  </dgm:choose>
                </dgm:else>
              </dgm:choose>
            </dgm:if>
            <dgm:if name="ifLastNode" axis="self" ptType="node" func="revPos" op="equ" val="1">
              <dgm:choose name="lastNodeDirChoose">
                <dgm:if name="last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lastNodeDirRev">
                  <dgm:constrLst>
                    <dgm:constr type="h"/>
                    <dgm:constr type="h" for="ch" forName="lineNode" val="0.002"/>
                    <dgm:constr type="w" for="ch" forName="lineNode" refType="w" fact="0.5"/>
                    <dgm:constr type="l" for="ch" forName="lineNode" refType="w" fact="0.5"/>
                    <dgm:constr type="w" for="ch" forName="lineArrowNode" refType="w" fact="0"/>
                    <dgm:constr type="h" for="ch" forName="lineArrowNode" refType="h" fact="0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if>
            <dgm:else name="allOtherNodes">
              <dgm:choose name="middleNodeDirChoose">
                <dgm:if name="middleNodeDirNorm" func="var" arg="dir" op="equ" val="norm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87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if>
                <dgm:else name="middleNodeDirRev">
                  <dgm:constrLst>
                    <dgm:constr type="h"/>
                    <dgm:constr type="h" for="ch" forName="lineNode" val="0.002"/>
                    <dgm:constr type="w" for="ch" forName="lineNode" refType="w" fact="0.9"/>
                    <dgm:constr type="l" for="ch" forName="lineNode" refType="w" fact="0.1"/>
                    <dgm:constr type="w" for="ch" forName="lineArrowNode" refType="w" fact="0.046"/>
                    <dgm:constr type="h" for="ch" forName="lineArrowNode" refType="h" fact="0.18"/>
                    <dgm:constr type="l" for="ch" forName="lineArrowNode" refType="w" fact="0.084"/>
                    <dgm:constr type="t" for="ch" forName="lineArrowNode" refType="h" fact="0.165"/>
                    <dgm:constr type="ctrY" for="ch" forName="lineNode" refType="ctrY" refFor="ch" refForName="sibTransNodeCircle"/>
                    <dgm:constr type="h" for="ch" forName="sibTransNodeCircle" refType="h" fact="0.608"/>
                    <dgm:constr type="h" for="ch" forName="sibTransNodeCircle" refType="w" op="lte" fact="0.54"/>
                    <dgm:constr type="w" for="ch" forName="sibTransNodeCircle" refType="h" refFor="ch" refForName="sibTransNodeCircle"/>
                    <dgm:constr type="ctrX" for="ch" forName="sibTransNodeCircle" refType="w" fact="0.5"/>
                    <dgm:constr type="ctrY" for="ch" forName="sibTransNodeCircle" refType="h" fact="0.25"/>
                    <dgm:constr type="t" for="ch" forName="spacerBetweenCircleAndCallout" refType="b" refFor="ch" refForName="sibTransNodeCircle"/>
                    <dgm:constr type="h" for="ch" forName="spacerBetweenCircleAndCallout" val="2"/>
                    <dgm:constr type="t" for="ch" forName="verticalConnector" refType="b" refFor="ch" refForName="spacerBetweenCircleAndCallout"/>
                    <dgm:constr type="h" for="ch" forName="verticalConnector" refType="h" fact="0.35"/>
                    <dgm:constr type="w" for="ch" forName="verticalConnector" val="0.002"/>
                    <dgm:constr type="ctrX" for="ch" forName="verticalConnector" refType="ctrX" refFor="ch" refForName="sibTransNodeCircle"/>
                  </dgm:constrLst>
                </dgm:else>
              </dgm:choose>
            </dgm:else>
          </dgm:choose>
          <dgm:layoutNode name="lineNode" styleLbl="alignNode1">
            <dgm:alg type="sp"/>
            <dgm:shape xmlns:r="http://schemas.openxmlformats.org/officeDocument/2006/relationships" type="rect" r:blip="">
              <dgm:adjLst/>
            </dgm:shape>
            <dgm:presOf/>
            <dgm:constrLst/>
            <dgm:ruleLst/>
          </dgm:layoutNode>
          <dgm:layoutNode name="lineArrowNode" styleLbl="alignNode1">
            <dgm:alg type="sp"/>
            <dgm:choose name="arrowDirChoose">
              <dgm:if name="arrowNorm" func="var" arg="dir" op="equ" val="norm">
                <dgm:shape xmlns:r="http://schemas.openxmlformats.org/officeDocument/2006/relationships" type="chevron" r:blip="">
                  <dgm:adjLst>
                    <dgm:adj idx="1" val="0.9"/>
                  </dgm:adjLst>
                </dgm:shape>
              </dgm:if>
              <dgm:else name="arrowRev">
                <dgm:shape xmlns:r="http://schemas.openxmlformats.org/officeDocument/2006/relationships" rot="180" type="chevron" r:blip="">
                  <dgm:adjLst>
                    <dgm:adj idx="1" val="0.9"/>
                  </dgm:adjLst>
                </dgm:shape>
              </dgm:else>
            </dgm:choose>
            <dgm:presOf axis="self" ptType="node"/>
            <dgm:ruleLst/>
          </dgm:layoutNode>
          <dgm:forEach name="Name19" axis="followSib" ptType="sibTrans" hideLastTrans="0" cnt="1">
            <dgm:layoutNode name="sibTransNodeCircle" styleLbl="alignNode1">
              <dgm:varLst>
                <dgm:chMax val="0"/>
                <dgm:bulletEnabled/>
              </dgm:varLst>
              <dgm:presOf axis="self" ptType="sibTrans"/>
              <dgm:alg type="tx">
                <dgm:param type="txAnchorVert" val="mid"/>
                <dgm:param type="txAnchorHorzCh" val="ctr"/>
                <dgm:param type="parTxRTLAlign" val="l"/>
              </dgm:alg>
              <dgm:shape xmlns:r="http://schemas.openxmlformats.org/officeDocument/2006/relationships" type="ellipse" r:blip="">
                <dgm:adjLst/>
              </dgm:shape>
              <dgm:constrLst>
                <dgm:constr type="w" refType="h" op="equ"/>
                <dgm:constr type="primFontSz" val="60"/>
                <dgm:constr type="tMarg" refType="w" fact="0.11"/>
                <dgm:constr type="lMarg" refType="w" fact="0.11"/>
                <dgm:constr type="rMarg" refType="w" fact="0.11"/>
                <dgm:constr type="bMarg" refType="w" fact="0.11"/>
              </dgm:constrLst>
              <dgm:ruleLst>
                <dgm:rule type="primFontSz" val="14" fact="NaN" max="NaN"/>
              </dgm:ruleLst>
            </dgm:layoutNode>
            <dgm:layoutNode name="spacerBetweenCircleAndCallout">
              <dgm:varLst/>
              <dgm:presOf/>
              <dgm:alg type="sp"/>
              <dgm:shape xmlns:r="http://schemas.openxmlformats.org/officeDocument/2006/relationships" r:blip="">
                <dgm:adjLst/>
              </dgm:shape>
              <dgm:constrLst/>
              <dgm:ruleLst/>
            </dgm:layoutNode>
            <dgm:layoutNode name="verticalConnector" styleLbl="alignAccFollowNode1">
              <dgm:alg type="sp"/>
              <dgm:shape xmlns:r="http://schemas.openxmlformats.org/officeDocument/2006/relationships" type="rect" r:blip="">
                <dgm:adjLst/>
              </dgm:shape>
              <dgm:presOf/>
              <dgm:constrLst/>
              <dgm:ruleLst/>
            </dgm:layoutNode>
          </dgm:forEach>
          <dgm:presOf/>
          <dgm:ruleLst/>
        </dgm:layoutNode>
        <dgm:layoutNode name="nodeText" styleLbl="fgAcc1">
          <dgm:varLst>
            <dgm:bulletEnabled val="1"/>
          </dgm:varLst>
          <dgm:alg type="tx">
            <dgm:param type="parTxLTRAlign" val="ctr"/>
            <dgm:param type="parTxRTLAlign" val="r"/>
            <dgm:param type="txAnchorVert" val="t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secFontSz" val="16"/>
            <dgm:constr type="primFontSz" val="18"/>
            <dgm:constr type="h"/>
            <dgm:constr type="tMarg" val="13"/>
            <dgm:constr type="lMarg" refType="w" fact="0.05"/>
            <dgm:constr type="rMarg" refType="w" fact="0.05"/>
            <dgm:constr type="bMarg" val="13"/>
          </dgm:constrLst>
          <dgm:ruleLst>
            <dgm:rule type="secFontSz" val="11" fact="NaN" max="NaN"/>
            <dgm:rule type="primFontSz" val="11" fact="NaN" max="NaN"/>
            <dgm:rule type="h" val="INF" fact="NaN" max="NaN"/>
          </dgm:ruleLst>
        </dgm:layoutNode>
      </dgm:layoutNode>
      <dgm:forEach name="sibTransForEach" axis="followSib" ptType="sibTrans" cnt="1">
        <dgm:layoutNode name="sibTransComposite" styleLbl="alignAccFollowNode1">
          <dgm:alg type="sp"/>
          <dgm:shape xmlns:r="http://schemas.openxmlformats.org/officeDocument/2006/relationships" r:blip="">
            <dgm:adjLst/>
          </dgm:shape>
          <dgm:ruleLst/>
        </dgm:layoutNode>
        <dgm:ruleLst>
          <dgm:rule type="h" val="INF" fact="NaN" max="NaN"/>
        </dgm:ruleLst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24/layout/NumberedTitleCardList#38">
  <dgm:title val=""/>
  <dgm:desc val=""/>
  <dgm:catLst>
    <dgm:cat type="textcard" pri="201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101" type="sibTrans" cxnId="{E3FF4ABD-3729-4EF4-BC1E-E2B1A15F6172}">
          <dgm:prSet phldrT="01"/>
          <dgm:t>
            <a:bodyPr/>
            <a:lstStyle/>
            <a:p>
              <a:r>
                <a:t>01</a:t>
              </a:r>
            </a:p>
          </dgm:t>
        </dgm:pt>
        <dgm:pt modelId="201" type="sibTrans" cxnId="{DE645FEF-351B-421D-8B3B-1AB317E673F7}">
          <dgm:prSet phldrT="02"/>
          <dgm:t>
            <a:bodyPr/>
            <a:lstStyle/>
            <a:p>
              <a:r>
                <a:t>02</a:t>
              </a:r>
            </a:p>
          </dgm:t>
        </dgm:pt>
        <dgm:pt modelId="301" type="sibTrans" cxnId="{504CE819-C146-4404-AD0A-B5B88D99AA61}">
          <dgm:prSet phldrT="0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dirChoose">
      <dgm:if name="dirNorm" func="var" arg="dir" op="equ" val="norm">
        <dgm:alg type="lin">
          <dgm:param type="linDir" val="fromL"/>
          <dgm:param type="nodeVertAlign" val="t"/>
        </dgm:alg>
      </dgm:if>
      <dgm:else name="dirRev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fgAcc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bgShp">
            <dgm:varLst>
              <dgm:chMax val="0"/>
              <dgm:bulletEnabled/>
            </dgm:varLst>
            <dgm:presOf axis="self" ptType="sibTrans"/>
            <dgm:choose name="numAlignDir">
              <dgm:if name="numAlignNorm" func="var" arg="dir" op="equ" val="norm">
                <dgm:alg type="tx">
                  <dgm:param type="parTxLTRAlign" val="l"/>
                  <dgm:param type="parTxRTLAlign" val="l"/>
                </dgm:alg>
              </dgm:if>
              <dgm:else name="numAlignRev">
                <dgm:alg type="tx">
                  <dgm:param type="parTxLTRAlign" val="r"/>
                  <dgm:param type="parTxRTLAlign" val="r"/>
                </dgm:alg>
              </dgm:else>
            </dgm:choose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1"/>
              <dgm:constr type="rMarg" refType="w" fact="0.05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parChTrans1D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1"/>
            <dgm:constr type="rMarg" refType="w" fact="0.05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26/layout/NumberedDotsVertical">
  <dgm:title val=""/>
  <dgm:desc val=""/>
  <dgm:catLst>
    <dgm:cat type="timeline" pri="106"/>
  </dgm:catLst>
  <dgm:sampData>
    <dgm:dataModel>
      <dgm:ptLst>
        <dgm:pt modelId="0" type="doc"/>
        <dgm:pt modelId="100">
          <dgm:prSet phldrT="Add an event" phldr="1"/>
        </dgm:pt>
        <dgm:pt modelId="101">
          <dgm:prSet phldrT="Write a description of the significance of this event" phldr="1"/>
        </dgm:pt>
        <dgm:pt modelId="200">
          <dgm:prSet phldrT="Add an event" phldr="1"/>
        </dgm:pt>
        <dgm:pt modelId="201">
          <dgm:prSet phldrT="Write a description of the significance of this event" phldr="1"/>
        </dgm:pt>
        <dgm:pt modelId="300">
          <dgm:prSet phldrT="Add an event" phldr="1"/>
        </dgm:pt>
        <dgm:pt modelId="301">
          <dgm:prSet phldrT="Write a description of the significance of this event" phldr="1"/>
        </dgm:pt>
        <dgm:pt modelId="400">
          <dgm:prSet phldrT="Add an event" phldr="1"/>
        </dgm:pt>
        <dgm:pt modelId="401">
          <dgm:prSet phldrT="Write a description of the significance of this event" phldr="1"/>
        </dgm:pt>
        <dgm:pt modelId="500">
          <dgm:prSet phldrT="Add an event" phldr="1"/>
        </dgm:pt>
        <dgm:pt modelId="501">
          <dgm:prSet phldrT="Write a description of the significance of this event" phldr="1"/>
        </dgm:pt>
        <dgm:pt modelId="1100" type="sibTrans" cxnId="{390F3A6B-427B-458B-BC89-7B1C04D95223}">
          <dgm:prSet phldrT="1"/>
          <dgm:t>
            <a:bodyPr/>
            <a:lstStyle/>
            <a:p>
              <a:r>
                <a:t>1</a:t>
              </a:r>
            </a:p>
          </dgm:t>
        </dgm:pt>
        <dgm:pt modelId="1200" type="sibTrans" cxnId="{08E5065A-F54E-4836-806B-D3239D8B229D}">
          <dgm:prSet phldrT="2"/>
          <dgm:t>
            <a:bodyPr/>
            <a:lstStyle/>
            <a:p>
              <a:r>
                <a:t>2</a:t>
              </a:r>
            </a:p>
          </dgm:t>
        </dgm:pt>
        <dgm:pt modelId="1300" type="sibTrans" cxnId="{38C84925-E07B-4FAF-A9BD-748E7EEFB7A1}">
          <dgm:prSet phldrT="3"/>
          <dgm:t>
            <a:bodyPr/>
            <a:lstStyle/>
            <a:p>
              <a:r>
                <a:t>3</a:t>
              </a:r>
            </a:p>
          </dgm:t>
        </dgm:pt>
        <dgm:pt modelId="1400" type="sibTrans" cxnId="{01A6E880-2BF4-497E-8D24-4FAB994C446B}">
          <dgm:prSet phldrT="4"/>
          <dgm:t>
            <a:bodyPr/>
            <a:lstStyle/>
            <a:p>
              <a:r>
                <a:t>4</a:t>
              </a:r>
            </a:p>
          </dgm:t>
        </dgm:pt>
        <dgm:pt modelId="1500" type="sibTrans" cxnId="{5C343175-DA79-47DA-A65E-91DB04918322}">
          <dgm:prSet phldrT="5"/>
          <dgm:t>
            <a:bodyPr/>
            <a:lstStyle/>
            <a:p>
              <a:r>
                <a:t>5</a:t>
              </a:r>
            </a:p>
          </dgm:t>
        </dgm:pt>
      </dgm:ptLst>
      <dgm:cxnLst>
        <dgm:cxn modelId="1000" srcId="0" destId="100" srcOrd="0" destOrd="0" sibTransId="1100"/>
        <dgm:cxn modelId="1001" srcId="100" destId="101" srcOrd="0" destOrd="0"/>
        <dgm:cxn modelId="2000" srcId="0" destId="200" srcOrd="1" destOrd="0" sibTransId="1200"/>
        <dgm:cxn modelId="2001" srcId="200" destId="201" srcOrd="0" destOrd="0"/>
        <dgm:cxn modelId="3000" srcId="0" destId="300" srcOrd="2" destOrd="0" sibTransId="1300"/>
        <dgm:cxn modelId="3001" srcId="300" destId="301" srcOrd="0" destOrd="0"/>
        <dgm:cxn modelId="4000" srcId="0" destId="400" srcOrd="3" destOrd="0" sibTransId="1400"/>
        <dgm:cxn modelId="4001" srcId="400" destId="401" srcOrd="0" destOrd="0"/>
        <dgm:cxn modelId="5000" srcId="0" destId="500" srcOrd="4" destOrd="0" sibTransId="1500"/>
        <dgm:cxn modelId="5001" srcId="500" destId="50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l" for="ch" forName="itemsFlow"/>
      <dgm:constr type="w" for="ch" forName="itemsFlow" refType="w"/>
      <dgm:constr type="t" for="ch" forName="itemsFlow"/>
      <dgm:constr type="h" for="ch" forName="itemsFlow" refType="h"/>
    </dgm:constrLst>
    <dgm:ruleLst/>
    <dgm:layoutNode name="itemsFlow">
      <dgm:alg type="lin">
        <dgm:param type="linDir" val="fromT"/>
        <dgm:param type="fallback" val="1D"/>
      </dgm:alg>
      <dgm:shape xmlns:r="http://schemas.openxmlformats.org/officeDocument/2006/relationships" r:blip="">
        <dgm:adjLst/>
      </dgm:shape>
      <dgm:presOf/>
      <dgm:constrLst>
        <dgm:constr type="w" for="ch" forName="item" refType="w"/>
        <dgm:constr type="h" for="ch" forName="item" refType="h"/>
        <dgm:constr type="h" for="ch" forName="connector" refType="h" refFor="ch" refForName="item" fact="0.08"/>
        <dgm:constr type="w" for="ch" forName="connector" refType="w" fact="0.5"/>
        <dgm:constr type="stemThick" for="ch" forName="connector" op="lte" val="38100"/>
        <dgm:constr type="primFontSz" for="des" forName="titleText" op="equ"/>
        <dgm:constr type="primFontSz" for="des" forName="titleTextCentered" op="equ"/>
        <dgm:constr type="primFontSz" for="des" forName="descText" op="equ"/>
      </dgm:constrLst>
      <dgm:ruleLst/>
      <dgm:forEach name="nodesForEach" axis="ch" ptType="node">
        <dgm:layoutNode name="item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anchor"/>
            <dgm:constr type="t" for="ch" forName="anchor"/>
            <dgm:constr type="w" for="ch" forName="anchor" refType="w"/>
            <dgm:constr type="h" for="ch" forName="anchor" refType="h"/>
            <dgm:constr type="ctrX" for="ch" forName="numCircle" refType="h" refFor="ch" refForName="numCircle" fact="1.102"/>
            <dgm:constr type="ctrX" for="ch" forName="numCircle" refType="w" op="lte" fact="0.5"/>
            <dgm:constr type="ctrY" for="ch" forName="numCircle" refType="h" fact="0.5"/>
            <dgm:constr type="w" for="ch" forName="numCircle" refType="h" op="equ" fact="0.92"/>
            <dgm:constr type="h" for="ch" forName="numCircle" refType="h" op="equ" fact="0.92"/>
            <dgm:constr type="w" for="ch" forName="numCircle" refType="w" op="lte" fact="0.139"/>
            <dgm:constr type="h" for="ch" forName="numCircle" refType="w" op="lte" fact="0.139"/>
            <dgm:constr type="l" for="ch" forName="titleText" refType="h" refFor="ch" refForName="numCircle" fact="1.87"/>
            <dgm:constr type="t" for="ch" forName="titleText" refType="h" fact="0"/>
            <dgm:constr type="w" for="ch" forName="titleText" refType="w" fact="0.74"/>
            <dgm:constr type="h" for="ch" forName="titleText" refType="h" fact="0.5"/>
            <dgm:constr type="l" for="ch" forName="titleTextCentered" refType="h" refFor="ch" refForName="numCircle" fact="1.87"/>
            <dgm:constr type="t" for="ch" forName="titleTextCentered" refType="h" fact="0"/>
            <dgm:constr type="w" for="ch" forName="titleTextCentered" refType="w" fact="0.74"/>
            <dgm:constr type="h" for="ch" forName="titleTextCentered" refType="h"/>
            <dgm:constr type="l" for="ch" forName="descText" refType="h" refFor="ch" refForName="numCircle" fact="1.87"/>
            <dgm:constr type="t" for="ch" forName="descText" refType="h" fact="0.5"/>
            <dgm:constr type="w" for="ch" forName="descText" refType="w" fact="0.74"/>
            <dgm:constr type="h" for="ch" forName="descText" refType="h" fact="0.5"/>
            <dgm:constr type="l" for="ch" forName="descSpacer" refType="h" refFor="ch" refForName="numCircle" fact="1.87"/>
            <dgm:constr type="t" for="ch" forName="descSpacer" refType="h" fact="0.5"/>
            <dgm:constr type="w" for="ch" forName="descSpacer" refType="w" fact="0.74"/>
            <dgm:constr type="h" for="ch" forName="descSpacer" refType="h" fact="0.5"/>
          </dgm:constrLst>
          <dgm:ruleLst/>
          <dgm:layoutNode name="ancho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hasDescChoose">
            <dgm:if name="hasDesc" axis="ch" ptType="node" func="cnt" op="gte" val="1">
              <dgm:layoutNode name="titleText" styleLbl="revTx">
                <dgm:varLst>
                  <dgm:chMax val="0"/>
                  <dgm:chPref val="0"/>
                </dgm:varLst>
                <dgm:alg type="tx">
                  <dgm:param type="txAnchorVert" val="b"/>
                  <dgm:param type="parTxLTRAlign" val="l"/>
                  <dgm:param type="parTxRTLAlign" val="r"/>
                </dgm:alg>
                <dgm:shape xmlns:r="http://schemas.openxmlformats.org/officeDocument/2006/relationships" type="rect" r:blip="" hideGeom="1">
                  <dgm:adjLst/>
                </dgm:shape>
                <dgm:presOf axis="self" ptType="node"/>
                <dgm:constrLst>
                  <dgm:constr type="primFontSz" val="18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  <dgm:ruleLst>
                  <dgm:rule type="primFontSz" val="8" fact="NaN" max="NaN"/>
                </dgm:ruleLst>
              </dgm:layoutNode>
            </dgm:if>
            <dgm:else name="noDesc">
              <dgm:layoutNode name="titleTextCentered" styleLbl="revTx">
                <dgm:varLst>
                  <dgm:chMax val="0"/>
                  <dgm:chPref val="0"/>
                </dgm:varLst>
                <dgm:alg type="tx">
                  <dgm:param type="txAnchorVert" val="mid"/>
                  <dgm:param type="parTxLTRAlign" val="l"/>
                  <dgm:param type="parTxRTLAlign" val="r"/>
                </dgm:alg>
                <dgm:shape xmlns:r="http://schemas.openxmlformats.org/officeDocument/2006/relationships" type="rect" r:blip="" hideGeom="1">
                  <dgm:adjLst/>
                </dgm:shape>
                <dgm:presOf axis="self" ptType="node"/>
                <dgm:constrLst>
                  <dgm:constr type="primFontSz" val="18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  <dgm:ruleLst>
                  <dgm:rule type="primFontSz" val="8" fact="NaN" max="NaN"/>
                </dgm:ruleLst>
              </dgm:layoutNode>
            </dgm:else>
          </dgm:choose>
          <dgm:forEach name="numForEach" axis="followSib" ptType="sibTrans" hideLastTrans="0" cnt="1">
            <dgm:layoutNode name="numCircle" styleLbl="node1NoLn">
              <dgm:varLst>
                <dgm:chMax val="0"/>
                <dgm:bulletEnabled/>
              </dgm:varLst>
              <dgm:alg type="tx">
                <dgm:param type="txAnchorVert" val="mid"/>
                <dgm:param type="txAnchorHorzCh" val="ctr"/>
              </dgm:alg>
              <dgm:shape xmlns:r="http://schemas.openxmlformats.org/officeDocument/2006/relationships" type="ellipse" r:blip="">
                <dgm:adjLst/>
              </dgm:shape>
              <dgm:presOf axis="self" ptType="sibTrans"/>
              <dgm:constrLst>
                <dgm:constr type="primFontSz" val="36"/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6" fact="NaN" max="NaN"/>
              </dgm:ruleLst>
            </dgm:layoutNode>
          </dgm:forEach>
          <dgm:choose name="descChoose">
            <dgm:if name="showDesc" axis="ch" ptType="node" func="cnt" op="gte" val="1">
              <dgm:layoutNode name="descText" styleLbl="revTx">
                <dgm:varLst>
                  <dgm:chMax val="0"/>
                  <dgm:chPref val="0"/>
                </dgm:varLst>
                <dgm:alg type="tx">
                  <dgm:param type="txAnchorVert" val="t"/>
                  <dgm:param type="parTxLTRAlign" val="l"/>
                  <dgm:param type="parTxRTLAlign" val="r"/>
                </dgm:alg>
                <dgm:shape xmlns:r="http://schemas.openxmlformats.org/officeDocument/2006/relationships" type="rect" r:blip="" hideGeom="1">
                  <dgm:adjLst/>
                </dgm:shape>
                <dgm:presOf axis="des" ptType="node"/>
                <dgm:constrLst>
                  <dgm:constr type="secFontSz" val="14"/>
                  <dgm:constr type="primFontSz" refType="secFontSz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  <dgm:ruleLst>
                  <dgm:rule type="primFontSz" val="7" fact="NaN" max="NaN"/>
                </dgm:ruleLst>
              </dgm:layoutNode>
            </dgm:if>
            <dgm:else name="noDescSpacer">
              <dgm:layoutNode name="descSpac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else>
          </dgm:choose>
        </dgm:layoutNode>
        <dgm:forEach name="sibTransForEach" axis="followSib" ptType="sibTrans" cnt="1">
          <dgm:layoutNode name="connector" styleLbl="dkBgShp">
            <dgm:alg type="conn">
              <dgm:param type="begPts" val="auto"/>
              <dgm:param type="endPts" val="auto"/>
              <dgm:param type="srcNode" val="numCircle"/>
              <dgm:param type="dstNode" val="numCircle"/>
              <dgm:param type="begSty" val="noArr"/>
              <dgm:param type="endSty" val="noArr"/>
              <dgm:param type="connRout" val="stra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begPad"/>
              <dgm:constr type="endPad"/>
              <dgm:constr type="stemThick" refType="h" fact="0.3"/>
            </dgm:constrLst>
            <dgm:ruleLst/>
          </dgm:layoutNode>
        </dgm:forEach>
      </dgm:forEach>
    </dgm:layoutNode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lain"/>
          </dgm1611:buPr>
        </dgm1611:autoBuNodeInfo>
      </dgm1611:autoBuNodeInfoLst>
    </a:ex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24/layout/HorizontalActionList">
  <dgm:title val=""/>
  <dgm:desc val=""/>
  <dgm:catLst>
    <dgm:cat type="textcard" pri="2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95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bgOutline"/>
      <dgm:constr type="primFontSz" for="des" forName="parTx" val="54"/>
      <dgm:constr type="primFontSz" for="des" forName="bgOutline" refType="primFontSz" refFor="des" refForName="parTx" op="lte" fact="0.75"/>
      <dgm:constr type="h" for="des" forName="bgOutline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bgOutline"/>
          <dgm:constr type="t" for="ch" forName="bgOutline" refType="h" refFor="ch" refForName="parTx" fact="0.97"/>
          <dgm:constr type="w" for="ch" forName="bgOutline" refType="w"/>
          <dgm:constr type="h" for="ch" forName="bgOutline" refType="h" fact="0.75"/>
        </dgm:constrLst>
        <dgm:ruleLst/>
        <dgm:layoutNode name="parTx" styleLbl="alignNode1">
          <dgm:varLst>
            <dgm:chMax val="0"/>
            <dgm:chPref val="0"/>
          </dgm:varLst>
          <dgm:alg type="tx">
            <dgm:param type="parTxLTRAlign" val="l"/>
            <dgm:param type="parTxRTLAlign" val="r"/>
          </dgm:alg>
          <dgm:shape xmlns:r="http://schemas.openxmlformats.org/officeDocument/2006/relationships" type="round2SameRect" r:blip="" zOrderOff="3">
            <dgm:adjLst>
              <dgm:adj idx="1" val="0.45"/>
            </dgm:adjLst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primFontSz" val="14" fact="NaN" max="NaN"/>
          </dgm:ruleLst>
        </dgm:layoutNode>
        <dgm:layoutNode name="bgOutline" styleLbl="fgAcc1">
          <dgm:varLst>
            <dgm:bulletEnabled/>
          </dgm:varLst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rot="180" type="round2SameRect" r:blip="">
            <dgm:adjLst>
              <dgm:adj idx="1" val="0.15"/>
              <dgm:adj idx="2" val="0"/>
            </dgm:adjLst>
          </dgm:shape>
          <dgm:presOf axis="des" ptType="node"/>
          <dgm:constrLst>
            <dgm:constr type="primFontSz" val="28"/>
            <dgm:constr type="tMarg" refType="w" fact="0.12"/>
            <dgm:constr type="bMarg" refType="w" fact="0.12"/>
            <dgm:constr type="lMarg" refType="w" fact="0.12"/>
            <dgm:constr type="rMarg" refType="w" fact="0.12"/>
          </dgm:constrLst>
          <dgm:ruleLst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8/26/2026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2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8809061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smtClean="0"/>
              <a:t>4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4243314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389120" cy="2103120"/>
          </a:xfrm>
        </p:spPr>
        <p:txBody>
          <a:bodyPr anchor="b" anchorCtr="0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403123E-E3E0-5E2A-E1FB-EC28A2C68EEB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914400" y="3108960"/>
            <a:ext cx="4389120" cy="192024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0A6B95-C59B-C125-7957-8C41B37891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367528" cy="52120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18CD2E87-8426-FC12-6665-A6E2F64FEA93}"/>
              </a:ext>
            </a:extLst>
          </p:cNvPr>
          <p:cNvSpPr>
            <a:spLocks noChangeAspect="1"/>
          </p:cNvSpPr>
          <p:nvPr userDrawn="1"/>
        </p:nvSpPr>
        <p:spPr>
          <a:xfrm flipH="1">
            <a:off x="-9525" y="5039331"/>
            <a:ext cx="986377" cy="128016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D35CF771-1335-6C94-6AA8-AF68EADDDF00}"/>
              </a:ext>
            </a:extLst>
          </p:cNvPr>
          <p:cNvSpPr/>
          <p:nvPr userDrawn="1"/>
        </p:nvSpPr>
        <p:spPr>
          <a:xfrm>
            <a:off x="1140014" y="5142797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chemeClr val="bg2">
                <a:lumMod val="75000"/>
              </a:schemeClr>
            </a:solidFill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4390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72" r:id="rId9"/>
    <p:sldLayoutId id="2147483653" r:id="rId10"/>
    <p:sldLayoutId id="2147483663" r:id="rId11"/>
    <p:sldLayoutId id="2147483665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5.xml"/><Relationship Id="rId3" Type="http://schemas.openxmlformats.org/officeDocument/2006/relationships/diagramLayout" Target="../diagrams/layout4.xml"/><Relationship Id="rId7" Type="http://schemas.openxmlformats.org/officeDocument/2006/relationships/diagramData" Target="../diagrams/data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4.xml"/><Relationship Id="rId11" Type="http://schemas.microsoft.com/office/2007/relationships/diagramDrawing" Target="../diagrams/drawing5.xml"/><Relationship Id="rId5" Type="http://schemas.openxmlformats.org/officeDocument/2006/relationships/diagramColors" Target="../diagrams/colors4.xml"/><Relationship Id="rId10" Type="http://schemas.openxmlformats.org/officeDocument/2006/relationships/diagramColors" Target="../diagrams/colors5.xml"/><Relationship Id="rId4" Type="http://schemas.openxmlformats.org/officeDocument/2006/relationships/diagramQuickStyle" Target="../diagrams/quickStyle4.xml"/><Relationship Id="rId9" Type="http://schemas.openxmlformats.org/officeDocument/2006/relationships/diagramQuickStyle" Target="../diagrams/quickStyl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5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5138" y="1305620"/>
            <a:ext cx="5104109" cy="1468419"/>
          </a:xfrm>
        </p:spPr>
        <p:txBody>
          <a:bodyPr lIns="0" anchor="b" anchorCtr="0">
            <a:normAutofit/>
          </a:bodyPr>
          <a:lstStyle/>
          <a:p>
            <a:r>
              <a:rPr lang="en-US" altLang="zh-CN" sz="4400" dirty="0"/>
              <a:t>AI-Based Sudoku Puzzle Game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65138" y="3794099"/>
            <a:ext cx="4912598" cy="2614198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Group number: 02</a:t>
            </a:r>
            <a:b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</a:b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Members: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Nuzhat Tasnim Silvia-2212314042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Md Al Amin-2212581042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Sunbib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 Ahmed-2212283642</a:t>
            </a:r>
          </a:p>
          <a:p>
            <a:pPr marL="457200" indent="-457200">
              <a:buFont typeface="+mj-lt"/>
              <a:buAutoNum type="arabicPeriod"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Saadia Rahman Oyshi-2211047642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61AC57-3792-FFAD-6894-364AC7A73D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940" y="748577"/>
            <a:ext cx="4012154" cy="3779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3AFB5F-F14E-C7FE-8738-1BDD92E418C1}"/>
              </a:ext>
            </a:extLst>
          </p:cNvPr>
          <p:cNvSpPr txBox="1"/>
          <p:nvPr/>
        </p:nvSpPr>
        <p:spPr>
          <a:xfrm>
            <a:off x="2041235" y="5441576"/>
            <a:ext cx="184731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FontTx/>
              <a:buNone/>
            </a:pPr>
            <a:endParaRPr lang="en-US" sz="1800" dirty="0">
              <a:solidFill>
                <a:prstClr val="white"/>
              </a:solidFill>
              <a:latin typeface="Posterama" panose="020B0504020200020000" pitchFamily="34" charset="0"/>
              <a:ea typeface="微软雅黑"/>
              <a:cs typeface="Posterama" panose="020B0504020200020000" pitchFamily="34" charset="0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1786ED9F-73D0-A97E-E6EA-E958F7608598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4"/>
          <a:srcRect l="15420" r="15420"/>
          <a:stretch>
            <a:fillRect/>
          </a:stretch>
        </p:blipFill>
        <p:spPr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79BBF1-9BC2-6DCE-0154-887346987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731520"/>
            <a:ext cx="8991601" cy="944880"/>
          </a:xfrm>
        </p:spPr>
        <p:txBody>
          <a:bodyPr>
            <a:normAutofit fontScale="90000"/>
          </a:bodyPr>
          <a:lstStyle/>
          <a:p>
            <a:r>
              <a:rPr lang="en-US" dirty="0"/>
              <a:t>What we built</a:t>
            </a:r>
            <a:br>
              <a:rPr lang="en-US" dirty="0"/>
            </a:br>
            <a:r>
              <a:rPr lang="en-US" sz="27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complete game, not a solver sitting on its own.</a:t>
            </a:r>
            <a:br>
              <a:rPr lang="en-US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dirty="0"/>
          </a:p>
        </p:txBody>
      </p:sp>
      <p:graphicFrame>
        <p:nvGraphicFramePr>
          <p:cNvPr id="11" name="Table Placeholder 6" descr="A timeline of the product launch">
            <a:extLst>
              <a:ext uri="{FF2B5EF4-FFF2-40B4-BE49-F238E27FC236}">
                <a16:creationId xmlns:a16="http://schemas.microsoft.com/office/drawing/2014/main" id="{A9E2E0E1-AAB8-A475-781D-7E66AD5CFE21}"/>
              </a:ext>
            </a:extLst>
          </p:cNvPr>
          <p:cNvGraphicFramePr>
            <a:graphicFrameLocks noGrp="1"/>
          </p:cNvGraphicFramePr>
          <p:nvPr>
            <p:ph idx="30"/>
            <p:extLst>
              <p:ext uri="{D42A27DB-BD31-4B8C-83A1-F6EECF244321}">
                <p14:modId xmlns:p14="http://schemas.microsoft.com/office/powerpoint/2010/main" val="3257491129"/>
              </p:ext>
            </p:extLst>
          </p:nvPr>
        </p:nvGraphicFramePr>
        <p:xfrm>
          <a:off x="726819" y="1946218"/>
          <a:ext cx="10738361" cy="4180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Slide Number Placeholder 13">
            <a:extLst>
              <a:ext uri="{FF2B5EF4-FFF2-40B4-BE49-F238E27FC236}">
                <a16:creationId xmlns:a16="http://schemas.microsoft.com/office/drawing/2014/main" id="{4800F032-5102-94C2-865C-AE9D448B2744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5C5013-A563-C783-9185-9C847D4B4A46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D23311C-0558-04BF-81B7-9991CC602A82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021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F58FC6-CE2E-96A4-A0E0-F70262FE7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EA3CE25-8ADA-36C3-5408-F26ECF68C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DAD782-1CDD-0313-B002-2877512FE880}"/>
              </a:ext>
            </a:extLst>
          </p:cNvPr>
          <p:cNvSpPr txBox="1"/>
          <p:nvPr/>
        </p:nvSpPr>
        <p:spPr>
          <a:xfrm>
            <a:off x="883820" y="530162"/>
            <a:ext cx="10926384" cy="82401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sterama" panose="020B0504020200020000" pitchFamily="34" charset="0"/>
                <a:ea typeface="+mj-ea"/>
                <a:cs typeface="Posterama" panose="020B0504020200020000" pitchFamily="34" charset="0"/>
              </a:rPr>
              <a:t>How a game actually runs </a:t>
            </a:r>
            <a:b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is the working player loop</a:t>
            </a:r>
            <a:endParaRPr sz="3200" b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60" name="Diagram 59">
            <a:extLst>
              <a:ext uri="{FF2B5EF4-FFF2-40B4-BE49-F238E27FC236}">
                <a16:creationId xmlns:a16="http://schemas.microsoft.com/office/drawing/2014/main" id="{9CB6AF9C-8DF7-CF5F-3662-75D5F71E0A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4058337"/>
              </p:ext>
            </p:extLst>
          </p:nvPr>
        </p:nvGraphicFramePr>
        <p:xfrm>
          <a:off x="1010022" y="530162"/>
          <a:ext cx="9684871" cy="57976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86F2A66-AD31-DBB6-B7BB-214078E83D63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808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2E4D147-B48C-ADE3-3FEF-627D467699A2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4</a:t>
            </a:fld>
            <a:endParaRPr lang="en-US" altLang="zh-CN" noProof="0" dirty="0"/>
          </a:p>
        </p:txBody>
      </p:sp>
      <p:sp>
        <p:nvSpPr>
          <p:cNvPr id="15" name="Slide Number Placeholder 13">
            <a:extLst>
              <a:ext uri="{FF2B5EF4-FFF2-40B4-BE49-F238E27FC236}">
                <a16:creationId xmlns:a16="http://schemas.microsoft.com/office/drawing/2014/main" id="{55AB7753-4245-72E4-BEDB-33038672BA35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05EB5C45-1239-90E5-C51C-80D8ABA72C8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7397410"/>
              </p:ext>
            </p:extLst>
          </p:nvPr>
        </p:nvGraphicFramePr>
        <p:xfrm>
          <a:off x="914400" y="1640140"/>
          <a:ext cx="10596282" cy="56004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itle 8">
            <a:extLst>
              <a:ext uri="{FF2B5EF4-FFF2-40B4-BE49-F238E27FC236}">
                <a16:creationId xmlns:a16="http://schemas.microsoft.com/office/drawing/2014/main" id="{7A7B5B05-3CE7-65FC-D55E-07DBB4AE5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58910"/>
            <a:ext cx="5020236" cy="2103120"/>
          </a:xfrm>
        </p:spPr>
        <p:txBody>
          <a:bodyPr>
            <a:normAutofit fontScale="90000"/>
          </a:bodyPr>
          <a:lstStyle/>
          <a:p>
            <a:r>
              <a:rPr lang="en-US" sz="4000" dirty="0"/>
              <a:t>Working game features</a:t>
            </a:r>
            <a:br>
              <a:rPr lang="en-US" sz="2800" b="0" dirty="0">
                <a:solidFill>
                  <a:srgbClr val="5B6B82"/>
                </a:solidFill>
                <a:latin typeface="Arial"/>
              </a:rPr>
            </a:br>
            <a:br>
              <a:rPr lang="en-US" dirty="0">
                <a:solidFill>
                  <a:srgbClr val="0F172A"/>
                </a:solidFill>
                <a:latin typeface="Arial"/>
              </a:rPr>
            </a:b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E56C5EB-EF5A-B9D9-7EF4-F95BE3E4E3C1}"/>
              </a:ext>
            </a:extLst>
          </p:cNvPr>
          <p:cNvSpPr/>
          <p:nvPr/>
        </p:nvSpPr>
        <p:spPr>
          <a:xfrm>
            <a:off x="0" y="6679305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9727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14A74-DB77-1436-3948-10F2646A7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D9DD6D-1F25-7198-7768-2B2B1D074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962BC4-E9AE-1C0F-0588-08CD73E56A0B}"/>
              </a:ext>
            </a:extLst>
          </p:cNvPr>
          <p:cNvSpPr txBox="1"/>
          <p:nvPr/>
        </p:nvSpPr>
        <p:spPr>
          <a:xfrm>
            <a:off x="497081" y="845173"/>
            <a:ext cx="10926384" cy="82401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sz="2400" b="1" dirty="0">
                <a:solidFill>
                  <a:schemeClr val="bg1"/>
                </a:solidFill>
                <a:latin typeface="+mj-lt"/>
              </a:rPr>
              <a:t>Difficulty and timer</a:t>
            </a:r>
          </a:p>
          <a:p>
            <a:r>
              <a:rPr lang="en-US" sz="1400" b="1" dirty="0">
                <a:solidFill>
                  <a:schemeClr val="bg1"/>
                </a:solidFill>
                <a:latin typeface="+mj-lt"/>
              </a:rPr>
              <a:t>Harder games give fewer clues and less time.</a:t>
            </a:r>
          </a:p>
          <a:p>
            <a:endParaRPr sz="3200" b="1" dirty="0">
              <a:solidFill>
                <a:schemeClr val="bg1"/>
              </a:solidFill>
              <a:latin typeface="+mj-lt"/>
            </a:endParaRPr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3F49B49E-3590-90A9-9FC5-FC041AE6EE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6379518"/>
              </p:ext>
            </p:extLst>
          </p:nvPr>
        </p:nvGraphicFramePr>
        <p:xfrm>
          <a:off x="2032000" y="59416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5" name="Diagram 14">
            <a:extLst>
              <a:ext uri="{FF2B5EF4-FFF2-40B4-BE49-F238E27FC236}">
                <a16:creationId xmlns:a16="http://schemas.microsoft.com/office/drawing/2014/main" id="{9AABDAB6-6F43-50A4-D123-459DD562959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0943793"/>
              </p:ext>
            </p:extLst>
          </p:nvPr>
        </p:nvGraphicFramePr>
        <p:xfrm>
          <a:off x="2032000" y="3999504"/>
          <a:ext cx="8128000" cy="36192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2BCFA8A-D03A-FA79-12F2-1695BC51B23E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144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CFAEA9-8FCC-F2CF-AAC7-34A57A6A4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021B2-14BE-BA37-8B11-4755BDC30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35" y="1913425"/>
            <a:ext cx="5441577" cy="3383280"/>
          </a:xfrm>
          <a:noFill/>
        </p:spPr>
        <p:txBody>
          <a:bodyPr anchor="t" anchorCtr="0">
            <a:noAutofit/>
          </a:bodyPr>
          <a:lstStyle/>
          <a:p>
            <a:r>
              <a:rPr lang="en-US" sz="2800" dirty="0"/>
              <a:t>AI engine: CSP + Backtracking</a:t>
            </a:r>
            <a:br>
              <a:rPr lang="en-US" sz="2800" dirty="0"/>
            </a:br>
            <a:r>
              <a:rPr lang="en-US" sz="1800" b="0" dirty="0"/>
              <a:t>How the solver actually works in this project.</a:t>
            </a:r>
            <a:br>
              <a:rPr lang="en-US" b="0" dirty="0">
                <a:latin typeface="Arial"/>
              </a:rPr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9CD86-2234-B38D-100F-07447E93D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6</a:t>
            </a:fld>
            <a:endParaRPr lang="en-US" dirty="0"/>
          </a:p>
        </p:txBody>
      </p:sp>
      <p:sp>
        <p:nvSpPr>
          <p:cNvPr id="25" name="Rounded Rectangle 8">
            <a:extLst>
              <a:ext uri="{FF2B5EF4-FFF2-40B4-BE49-F238E27FC236}">
                <a16:creationId xmlns:a16="http://schemas.microsoft.com/office/drawing/2014/main" id="{42B9694F-004B-4AF5-B373-A82619A14214}"/>
              </a:ext>
            </a:extLst>
          </p:cNvPr>
          <p:cNvSpPr/>
          <p:nvPr/>
        </p:nvSpPr>
        <p:spPr>
          <a:xfrm>
            <a:off x="143435" y="3005604"/>
            <a:ext cx="5253318" cy="321231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rnd" cmpd="sng" algn="ctr">
            <a:solidFill>
              <a:srgbClr val="E2E8F0"/>
            </a:solidFill>
            <a:prstDash val="solid"/>
          </a:ln>
          <a:effectLst/>
        </p:spPr>
        <p:txBody>
          <a:bodyPr rtlCol="0" anchor="ctr"/>
          <a:lstStyle/>
          <a:p>
            <a:r>
              <a:rPr lang="en-US" sz="2000" b="1" dirty="0">
                <a:latin typeface="+mj-lt"/>
              </a:rPr>
              <a:t>Sudoku as a CSP</a:t>
            </a:r>
          </a:p>
          <a:p>
            <a:endParaRPr lang="en-US" sz="2000" b="1" dirty="0">
              <a:latin typeface="+mj-lt"/>
            </a:endParaRP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Variables:</a:t>
            </a:r>
            <a:r>
              <a:rPr lang="en-US" dirty="0"/>
              <a:t> Empty cells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Domains:</a:t>
            </a:r>
            <a:r>
              <a:rPr lang="en-US" dirty="0"/>
              <a:t> Numbers 1 to 9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Constraints:</a:t>
            </a:r>
            <a:r>
              <a:rPr lang="en-US" dirty="0"/>
              <a:t> No repeat in a row, column, or 3×3 box</a:t>
            </a:r>
          </a:p>
          <a:p>
            <a:endParaRPr lang="en-US" dirty="0"/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 same constraint check is used to generate puzzles, check player moves, and build AI hints.</a:t>
            </a:r>
          </a:p>
        </p:txBody>
      </p:sp>
      <p:sp>
        <p:nvSpPr>
          <p:cNvPr id="26" name="Rounded Rectangle 20">
            <a:extLst>
              <a:ext uri="{FF2B5EF4-FFF2-40B4-BE49-F238E27FC236}">
                <a16:creationId xmlns:a16="http://schemas.microsoft.com/office/drawing/2014/main" id="{A65AF0BB-D672-7431-0763-A8B2C55C1B38}"/>
              </a:ext>
            </a:extLst>
          </p:cNvPr>
          <p:cNvSpPr/>
          <p:nvPr/>
        </p:nvSpPr>
        <p:spPr>
          <a:xfrm>
            <a:off x="6355080" y="2971800"/>
            <a:ext cx="5441577" cy="3246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rnd" cmpd="sng" algn="ctr">
            <a:solidFill>
              <a:srgbClr val="E2E8F0"/>
            </a:solidFill>
            <a:prstDash val="solid"/>
          </a:ln>
          <a:effectLst/>
        </p:spPr>
        <p:txBody>
          <a:bodyPr rtlCol="0" anchor="ctr"/>
          <a:lstStyle/>
          <a:p>
            <a:r>
              <a:rPr lang="en-US" b="1" dirty="0">
                <a:latin typeface="+mj-lt"/>
              </a:rPr>
              <a:t>Search Method in the Game</a:t>
            </a:r>
          </a:p>
          <a:p>
            <a:endParaRPr lang="en-US" sz="1600" b="1" dirty="0">
              <a:latin typeface="+mj-lt"/>
            </a:endParaRPr>
          </a:p>
          <a:p>
            <a:endParaRPr lang="en-US" sz="1600" dirty="0"/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MRV Cell Choice: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Pick the cell with fewest legal options first.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Try a Legal Value: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Place a valid candidate.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Continue or Backtrack: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Undo and retry if a later cell fails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300" b="1" dirty="0">
                <a:latin typeface="Arial" panose="020B0604020202020204" pitchFamily="34" charset="0"/>
                <a:cs typeface="Arial" panose="020B0604020202020204" pitchFamily="34" charset="0"/>
              </a:rPr>
              <a:t>Stop:</a:t>
            </a:r>
            <a:r>
              <a:rPr lang="en-US" sz="1300" dirty="0">
                <a:latin typeface="Arial" panose="020B0604020202020204" pitchFamily="34" charset="0"/>
                <a:cs typeface="Arial" panose="020B0604020202020204" pitchFamily="34" charset="0"/>
              </a:rPr>
              <a:t> Board full → unique solution. No options left → unsolvable (used while generating)</a:t>
            </a:r>
          </a:p>
          <a:p>
            <a:pPr lvl="0" algn="ctr"/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B2C3E2A-B321-912B-76A1-045ECF260834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411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FC3AB-6984-2237-CFCE-6D5B1AB37D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F7C591-B5A7-E72E-469F-F7AAD2D02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53DA57-6192-8AA6-278B-1D6E377D1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035" y="435685"/>
            <a:ext cx="5513294" cy="1500692"/>
          </a:xfrm>
        </p:spPr>
        <p:txBody>
          <a:bodyPr>
            <a:normAutofit/>
          </a:bodyPr>
          <a:lstStyle/>
          <a:p>
            <a:r>
              <a:rPr lang="en-US" dirty="0"/>
              <a:t>Puzzle generation</a:t>
            </a:r>
            <a:br>
              <a:rPr lang="en-US" dirty="0"/>
            </a:br>
            <a:r>
              <a:rPr lang="en-US" sz="1400" dirty="0"/>
              <a:t>Every New Game follows this pipeline.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8E0CD82C-DDB9-1207-02C6-95D3E6563D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07500214"/>
              </p:ext>
            </p:extLst>
          </p:nvPr>
        </p:nvGraphicFramePr>
        <p:xfrm>
          <a:off x="1338089" y="1398860"/>
          <a:ext cx="9515822" cy="4607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11BB421D-0C5E-AA91-79F0-149EAC160922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856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BE90C-17D2-B8AB-8E29-94416A6C9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091A27E-B408-10C9-4BF5-45568F69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FDE725F-47D3-0FA3-148A-2E75D798F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479" y="1200796"/>
            <a:ext cx="6035503" cy="1500692"/>
          </a:xfrm>
        </p:spPr>
        <p:txBody>
          <a:bodyPr>
            <a:normAutofit fontScale="90000"/>
          </a:bodyPr>
          <a:lstStyle/>
          <a:p>
            <a:r>
              <a:rPr lang="en-US" dirty="0"/>
              <a:t>Scoring and game outcomes</a:t>
            </a:r>
            <a:br>
              <a:rPr lang="en-US" dirty="0"/>
            </a:br>
            <a:r>
              <a:rPr lang="en-US" sz="2200" dirty="0"/>
              <a:t>The score is live during play and finalized on a win.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Rounded Rectangle 19">
            <a:extLst>
              <a:ext uri="{FF2B5EF4-FFF2-40B4-BE49-F238E27FC236}">
                <a16:creationId xmlns:a16="http://schemas.microsoft.com/office/drawing/2014/main" id="{80DCABA5-B323-AB3F-2A40-0CB2707C1467}"/>
              </a:ext>
            </a:extLst>
          </p:cNvPr>
          <p:cNvSpPr/>
          <p:nvPr/>
        </p:nvSpPr>
        <p:spPr>
          <a:xfrm>
            <a:off x="878479" y="1643924"/>
            <a:ext cx="4875903" cy="3198663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 cap="rnd" cmpd="sng" algn="ctr">
            <a:solidFill>
              <a:srgbClr val="D1FAE5"/>
            </a:solidFill>
            <a:prstDash val="solid"/>
          </a:ln>
          <a:effectLst/>
        </p:spPr>
        <p:txBody>
          <a:bodyPr rtlCol="0" anchor="ctr"/>
          <a:lstStyle/>
          <a:p>
            <a:pPr rtl="0">
              <a:buNone/>
            </a:pPr>
            <a:r>
              <a:rPr lang="en-US" sz="2000" b="1" dirty="0">
                <a:latin typeface="+mj-lt"/>
              </a:rPr>
              <a:t>During Play</a:t>
            </a:r>
          </a:p>
          <a:p>
            <a:pPr rtl="0">
              <a:buNone/>
            </a:pPr>
            <a:endParaRPr lang="en-US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Base score: Easy 1000 · Medium 2000 · Hard 3000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50 points per mistake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75 points per AI hint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Time bonus not deducted while the clock runs</a:t>
            </a:r>
          </a:p>
        </p:txBody>
      </p:sp>
      <p:sp>
        <p:nvSpPr>
          <p:cNvPr id="7" name="Rounded Rectangle 13">
            <a:extLst>
              <a:ext uri="{FF2B5EF4-FFF2-40B4-BE49-F238E27FC236}">
                <a16:creationId xmlns:a16="http://schemas.microsoft.com/office/drawing/2014/main" id="{92ED2BCF-C6B9-4340-6080-FE7DAEDA0D8B}"/>
              </a:ext>
            </a:extLst>
          </p:cNvPr>
          <p:cNvSpPr/>
          <p:nvPr/>
        </p:nvSpPr>
        <p:spPr>
          <a:xfrm>
            <a:off x="6437620" y="1643924"/>
            <a:ext cx="4875903" cy="31986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rnd" cmpd="sng" algn="ctr">
            <a:solidFill>
              <a:srgbClr val="E2E8F0"/>
            </a:solidFill>
            <a:prstDash val="solid"/>
          </a:ln>
          <a:effectLst/>
        </p:spPr>
        <p:txBody>
          <a:bodyPr rtlCol="0" anchor="ctr"/>
          <a:lstStyle/>
          <a:p>
            <a:pPr rtl="0">
              <a:buNone/>
            </a:pPr>
            <a:r>
              <a:rPr lang="en-US" b="1" dirty="0">
                <a:latin typeface="+mj-lt"/>
              </a:rPr>
              <a:t>On Completion</a:t>
            </a:r>
          </a:p>
          <a:p>
            <a:pPr rtl="0">
              <a:buNone/>
            </a:pPr>
            <a:endParaRPr lang="en-US" dirty="0">
              <a:latin typeface="+mj-lt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Leftover seconds (Easy ×1, Medium ×2, Hard ×3)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250 completion bonus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Win dialog displays time used, mistakes, hints, and final score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Option to Play Again or change difficulty</a:t>
            </a:r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8A0CF95-38E3-91F0-1960-9DDAF1D07C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3722662"/>
              </p:ext>
            </p:extLst>
          </p:nvPr>
        </p:nvGraphicFramePr>
        <p:xfrm>
          <a:off x="2032001" y="4581629"/>
          <a:ext cx="8128000" cy="2001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E13E99D-6908-7F7F-027A-D2206447A97A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44956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A61EC-5F42-6AB8-DF35-480F07028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4034" y="355980"/>
            <a:ext cx="6217025" cy="2743200"/>
          </a:xfrm>
        </p:spPr>
        <p:txBody>
          <a:bodyPr lIns="0" anchor="t" anchorCtr="0">
            <a:normAutofit/>
          </a:bodyPr>
          <a:lstStyle/>
          <a:p>
            <a:r>
              <a:rPr lang="en-US" dirty="0"/>
              <a:t>AI hints</a:t>
            </a:r>
            <a:br>
              <a:rPr lang="en-US" dirty="0"/>
            </a:br>
            <a:r>
              <a:rPr lang="en-US" sz="2000" dirty="0"/>
              <a:t>Help for one cell. The board is not auto-solved.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E6AED4C1-9FB4-2153-6E2A-8F110CEA28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738542"/>
              </p:ext>
            </p:extLst>
          </p:nvPr>
        </p:nvGraphicFramePr>
        <p:xfrm>
          <a:off x="866588" y="1727580"/>
          <a:ext cx="5677647" cy="45874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0" name="Rounded Rectangle 21">
            <a:extLst>
              <a:ext uri="{FF2B5EF4-FFF2-40B4-BE49-F238E27FC236}">
                <a16:creationId xmlns:a16="http://schemas.microsoft.com/office/drawing/2014/main" id="{317757C2-6B8A-0233-3F1A-A6A9A45295F0}"/>
              </a:ext>
            </a:extLst>
          </p:cNvPr>
          <p:cNvSpPr/>
          <p:nvPr/>
        </p:nvSpPr>
        <p:spPr>
          <a:xfrm>
            <a:off x="8159676" y="2024760"/>
            <a:ext cx="3840480" cy="214884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F3EBCE-CD43-828B-20F4-0EF62685C5B0}"/>
              </a:ext>
            </a:extLst>
          </p:cNvPr>
          <p:cNvSpPr txBox="1"/>
          <p:nvPr/>
        </p:nvSpPr>
        <p:spPr>
          <a:xfrm>
            <a:off x="8159676" y="2128192"/>
            <a:ext cx="3657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 dirty="0">
                <a:solidFill>
                  <a:schemeClr val="accent1"/>
                </a:solidFill>
                <a:latin typeface="+mj-lt"/>
              </a:rPr>
              <a:t>Limits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092E88-37F2-E107-EECB-AC3AF596770C}"/>
              </a:ext>
            </a:extLst>
          </p:cNvPr>
          <p:cNvSpPr txBox="1"/>
          <p:nvPr/>
        </p:nvSpPr>
        <p:spPr>
          <a:xfrm>
            <a:off x="8159676" y="2539672"/>
            <a:ext cx="3657600" cy="1417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0" i="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3 hints per game.
A hint is also given automatically after every 2 mistakes (at 2, 4, and 6).</a:t>
            </a:r>
          </a:p>
        </p:txBody>
      </p:sp>
      <p:sp>
        <p:nvSpPr>
          <p:cNvPr id="22" name="Rounded Rectangle 24">
            <a:extLst>
              <a:ext uri="{FF2B5EF4-FFF2-40B4-BE49-F238E27FC236}">
                <a16:creationId xmlns:a16="http://schemas.microsoft.com/office/drawing/2014/main" id="{FF5CF5A8-7CC1-D644-DAA8-4297BC214E5D}"/>
              </a:ext>
            </a:extLst>
          </p:cNvPr>
          <p:cNvSpPr/>
          <p:nvPr/>
        </p:nvSpPr>
        <p:spPr>
          <a:xfrm>
            <a:off x="8821270" y="4446493"/>
            <a:ext cx="3178885" cy="1817145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 cap="rnd" cmpd="sng" algn="ctr">
            <a:solidFill>
              <a:srgbClr val="E2E8F0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FA6019-E336-5470-2A9B-0C7BC97FB34B}"/>
              </a:ext>
            </a:extLst>
          </p:cNvPr>
          <p:cNvSpPr txBox="1"/>
          <p:nvPr/>
        </p:nvSpPr>
        <p:spPr>
          <a:xfrm>
            <a:off x="8821270" y="4608258"/>
            <a:ext cx="3657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b="1" dirty="0">
                <a:solidFill>
                  <a:schemeClr val="accent1"/>
                </a:solidFill>
                <a:latin typeface="+mj-lt"/>
              </a:rPr>
              <a:t>Why this is useful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FFD8666-7A76-47B7-2C43-6A94960C7C99}"/>
              </a:ext>
            </a:extLst>
          </p:cNvPr>
          <p:cNvSpPr txBox="1"/>
          <p:nvPr/>
        </p:nvSpPr>
        <p:spPr>
          <a:xfrm>
            <a:off x="8780629" y="5042240"/>
            <a:ext cx="3219526" cy="1080023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en-US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Teaches the constraint, not the answer player still places the number</a:t>
            </a:r>
            <a:r>
              <a:rPr lang="en-US" sz="1400" dirty="0"/>
              <a:t>.</a:t>
            </a:r>
            <a:endParaRPr sz="140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1990F0-F176-3FC6-9329-A170E86D95F0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087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858D4-8F48-445B-148C-56029AB8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EF8ED-3093-8E73-AB3A-A816483EE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34" y="685800"/>
            <a:ext cx="6288742" cy="2743200"/>
          </a:xfrm>
        </p:spPr>
        <p:txBody>
          <a:bodyPr lIns="0" anchor="t" anchorCtr="0">
            <a:normAutofit/>
          </a:bodyPr>
          <a:lstStyle/>
          <a:p>
            <a:r>
              <a:rPr lang="en-US" sz="3200" dirty="0"/>
              <a:t>Scoring and game outcomes</a:t>
            </a:r>
            <a:br>
              <a:rPr lang="en-US" dirty="0"/>
            </a:br>
            <a:r>
              <a:rPr lang="en-US" sz="1800" dirty="0"/>
              <a:t>The score is live during play and finalized on a win.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D4D64F9-C8F0-EA87-5E04-06FF8629A2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38619267"/>
              </p:ext>
            </p:extLst>
          </p:nvPr>
        </p:nvGraphicFramePr>
        <p:xfrm>
          <a:off x="1134033" y="1757082"/>
          <a:ext cx="8467167" cy="41058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3" name="Rounded Rectangle 19">
            <a:extLst>
              <a:ext uri="{FF2B5EF4-FFF2-40B4-BE49-F238E27FC236}">
                <a16:creationId xmlns:a16="http://schemas.microsoft.com/office/drawing/2014/main" id="{E320E2C2-5F65-784C-2722-3C5CE4E2C1C2}"/>
              </a:ext>
            </a:extLst>
          </p:cNvPr>
          <p:cNvSpPr/>
          <p:nvPr/>
        </p:nvSpPr>
        <p:spPr>
          <a:xfrm>
            <a:off x="1199728" y="2210668"/>
            <a:ext cx="4875903" cy="3198663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 cap="rnd" cmpd="sng" algn="ctr">
            <a:solidFill>
              <a:srgbClr val="D1FAE5"/>
            </a:solidFill>
            <a:prstDash val="solid"/>
          </a:ln>
          <a:effectLst/>
        </p:spPr>
        <p:txBody>
          <a:bodyPr rtlCol="0" anchor="ctr"/>
          <a:lstStyle/>
          <a:p>
            <a:pPr rtl="0">
              <a:buNone/>
            </a:pPr>
            <a:r>
              <a:rPr lang="en-US" sz="2000" b="1" dirty="0">
                <a:latin typeface="+mj-lt"/>
              </a:rPr>
              <a:t>During Play</a:t>
            </a:r>
          </a:p>
          <a:p>
            <a:pPr rtl="0">
              <a:buNone/>
            </a:pPr>
            <a:endParaRPr lang="en-US" dirty="0"/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Base score: Easy 1000 · Medium 2000 · Hard 3000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50 points per mistake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75 points per AI hint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dirty="0"/>
              <a:t>Time bonus not deducted while the clock runs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E1A7258-F765-3894-2451-571F913A1DA4}"/>
              </a:ext>
            </a:extLst>
          </p:cNvPr>
          <p:cNvSpPr/>
          <p:nvPr/>
        </p:nvSpPr>
        <p:spPr>
          <a:xfrm>
            <a:off x="6488081" y="2210668"/>
            <a:ext cx="4875903" cy="319866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 cap="rnd" cmpd="sng" algn="ctr">
            <a:solidFill>
              <a:srgbClr val="E2E8F0"/>
            </a:solidFill>
            <a:prstDash val="solid"/>
          </a:ln>
          <a:effectLst/>
        </p:spPr>
        <p:txBody>
          <a:bodyPr rtlCol="0" anchor="ctr"/>
          <a:lstStyle/>
          <a:p>
            <a:pPr rtl="0">
              <a:buNone/>
            </a:pPr>
            <a:r>
              <a:rPr lang="en-US" b="1" dirty="0">
                <a:latin typeface="+mj-lt"/>
              </a:rPr>
              <a:t>On Completion</a:t>
            </a:r>
          </a:p>
          <a:p>
            <a:pPr rtl="0">
              <a:buNone/>
            </a:pPr>
            <a:endParaRPr lang="en-US" dirty="0">
              <a:latin typeface="+mj-lt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Leftover seconds (Easy ×1, Medium ×2, Hard ×3)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250 completion bonus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Win dialog displays time used, mistakes, hints, and final score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600" dirty="0">
                <a:latin typeface="+mj-lt"/>
              </a:rPr>
              <a:t>Option to Play Again or change difficulty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B1240D-17FB-45AE-234F-E5F6CD2C42D8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004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9688" y="645460"/>
            <a:ext cx="4596564" cy="1376978"/>
          </a:xfrm>
          <a:noFill/>
        </p:spPr>
        <p:txBody>
          <a:bodyPr anchor="b" anchorCtr="0">
            <a:noAutofit/>
          </a:bodyPr>
          <a:lstStyle/>
          <a:p>
            <a:r>
              <a:rPr lang="en-US" dirty="0"/>
              <a:t>What This Means for the Project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9DA784D-F56F-1224-707E-9F882C4EB8A1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889688" y="2022438"/>
            <a:ext cx="4722138" cy="2813125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b="1" dirty="0"/>
              <a:t>CSP + MRV powers the game;</a:t>
            </a:r>
            <a:r>
              <a:rPr lang="en-US" dirty="0"/>
              <a:t> LCV was tested but isn't used in production.</a:t>
            </a:r>
          </a:p>
          <a:p>
            <a:pPr lvl="0">
              <a:lnSpc>
                <a:spcPct val="100000"/>
              </a:lnSpc>
            </a:pPr>
            <a:r>
              <a:rPr lang="en-US" b="1" dirty="0"/>
              <a:t>MRV drives performance</a:t>
            </a:r>
            <a:r>
              <a:rPr lang="en-US" dirty="0"/>
              <a:t> picking the most constrained cell first keeps generation, checking, and hints fast.</a:t>
            </a:r>
          </a:p>
          <a:p>
            <a:pPr lvl="0">
              <a:lnSpc>
                <a:spcPct val="100000"/>
              </a:lnSpc>
            </a:pPr>
            <a:r>
              <a:rPr lang="en-US" b="1" dirty="0"/>
              <a:t>Forward checking explores fewer nodes</a:t>
            </a:r>
            <a:r>
              <a:rPr lang="en-US" dirty="0"/>
              <a:t> but runs slower than MRV here due to extra domain-pruning overhead.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graphicFrame>
        <p:nvGraphicFramePr>
          <p:cNvPr id="14" name="Table Placeholder 2">
            <a:extLst>
              <a:ext uri="{FF2B5EF4-FFF2-40B4-BE49-F238E27FC236}">
                <a16:creationId xmlns:a16="http://schemas.microsoft.com/office/drawing/2014/main" id="{1469BF76-5E71-DF2A-4804-7A26E9D95C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8261014"/>
              </p:ext>
            </p:extLst>
          </p:nvPr>
        </p:nvGraphicFramePr>
        <p:xfrm>
          <a:off x="432636" y="1221376"/>
          <a:ext cx="5367528" cy="5116287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1097791">
                  <a:extLst>
                    <a:ext uri="{9D8B030D-6E8A-4147-A177-3AD203B41FA5}">
                      <a16:colId xmlns:a16="http://schemas.microsoft.com/office/drawing/2014/main" val="30750867"/>
                    </a:ext>
                  </a:extLst>
                </a:gridCol>
                <a:gridCol w="1342294">
                  <a:extLst>
                    <a:ext uri="{9D8B030D-6E8A-4147-A177-3AD203B41FA5}">
                      <a16:colId xmlns:a16="http://schemas.microsoft.com/office/drawing/2014/main" val="1038941322"/>
                    </a:ext>
                  </a:extLst>
                </a:gridCol>
                <a:gridCol w="1555204">
                  <a:extLst>
                    <a:ext uri="{9D8B030D-6E8A-4147-A177-3AD203B41FA5}">
                      <a16:colId xmlns:a16="http://schemas.microsoft.com/office/drawing/2014/main" val="529645500"/>
                    </a:ext>
                  </a:extLst>
                </a:gridCol>
                <a:gridCol w="1372239">
                  <a:extLst>
                    <a:ext uri="{9D8B030D-6E8A-4147-A177-3AD203B41FA5}">
                      <a16:colId xmlns:a16="http://schemas.microsoft.com/office/drawing/2014/main" val="3469610457"/>
                    </a:ext>
                  </a:extLst>
                </a:gridCol>
              </a:tblGrid>
              <a:tr h="1051519">
                <a:tc>
                  <a:txBody>
                    <a:bodyPr/>
                    <a:lstStyle/>
                    <a:p>
                      <a:pPr algn="ctr"/>
                      <a:r>
                        <a:rPr lang="en-US" cap="none" baseline="0" dirty="0"/>
                        <a:t>Median nodes visited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cap="none" baseline="0" dirty="0"/>
                        <a:t>Easy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cap="none" baseline="0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cap="none" baseline="0" dirty="0"/>
                        <a:t>Hard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51432886"/>
                  </a:ext>
                </a:extLst>
              </a:tr>
              <a:tr h="10161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Naive backtracking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13,165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0240625"/>
                  </a:ext>
                </a:extLst>
              </a:tr>
              <a:tr h="1016192">
                <a:tc>
                  <a:txBody>
                    <a:bodyPr/>
                    <a:lstStyle/>
                    <a:p>
                      <a:pPr algn="ctr"/>
                      <a:r>
                        <a:rPr lang="en-US" sz="1300" dirty="0"/>
                        <a:t>Backtracking + forward checking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3,351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2393470"/>
                  </a:ext>
                </a:extLst>
              </a:tr>
              <a:tr h="101619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CSP+MRV  (used in the game)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1364400"/>
                  </a:ext>
                </a:extLst>
              </a:tr>
              <a:tr h="1016192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CSP+MRV+ LCV(analysis only)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6263980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DDFE8A8-4537-F7A1-3BF9-834AEFE3E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11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9F34C7-776E-38A4-E17A-0D52E9CA6BAB}"/>
              </a:ext>
            </a:extLst>
          </p:cNvPr>
          <p:cNvSpPr txBox="1"/>
          <p:nvPr/>
        </p:nvSpPr>
        <p:spPr>
          <a:xfrm>
            <a:off x="336972" y="520337"/>
            <a:ext cx="10926384" cy="82401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sz="3200" b="1" dirty="0">
                <a:solidFill>
                  <a:schemeClr val="bg1"/>
                </a:solidFill>
                <a:latin typeface="+mj-lt"/>
              </a:rPr>
              <a:t>Measured </a:t>
            </a:r>
            <a:r>
              <a:rPr sz="3200" b="1">
                <a:solidFill>
                  <a:schemeClr val="bg1"/>
                </a:solidFill>
                <a:latin typeface="+mj-lt"/>
              </a:rPr>
              <a:t>solver esults</a:t>
            </a:r>
            <a:endParaRPr lang="en-US" sz="3200" dirty="0">
              <a:solidFill>
                <a:srgbClr val="5B6B82"/>
              </a:solidFill>
              <a:latin typeface="Arial"/>
            </a:endParaRPr>
          </a:p>
          <a:p>
            <a:endParaRPr sz="32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71804AF-CE3A-7494-88EE-4C9D66D1C996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9977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139849"/>
            <a:ext cx="5394960" cy="21031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96000" y="2409713"/>
            <a:ext cx="5394960" cy="1879791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160BF5-BB68-8986-7E73-50F294B0D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2BA2F22-E985-D31F-E77B-084859963285}"/>
              </a:ext>
            </a:extLst>
          </p:cNvPr>
          <p:cNvSpPr/>
          <p:nvPr/>
        </p:nvSpPr>
        <p:spPr>
          <a:xfrm>
            <a:off x="0" y="6669974"/>
            <a:ext cx="12151262" cy="188025"/>
          </a:xfrm>
          <a:prstGeom prst="rect">
            <a:avLst/>
          </a:prstGeom>
          <a:solidFill>
            <a:srgbClr val="0F172A"/>
          </a:solidFill>
          <a:ln w="9525" cap="rnd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Group No 2 Nuzhat Tasnim Silvia 2212314042 Md Al Amin 2212581042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Sunbib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Ahmed 2212283662 Saadia Rahman </a:t>
            </a:r>
            <a:r>
              <a:rPr lang="en-US" sz="1400" kern="0" dirty="0" err="1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Oyshi</a:t>
            </a:r>
            <a:r>
              <a:rPr lang="en-US" sz="1400" kern="0" dirty="0">
                <a:solidFill>
                  <a:prstClr val="whit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2211047642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465</TotalTime>
  <Words>1344</Words>
  <Application>Microsoft Office PowerPoint</Application>
  <PresentationFormat>Widescreen</PresentationFormat>
  <Paragraphs>193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等线</vt:lpstr>
      <vt:lpstr>Abadi</vt:lpstr>
      <vt:lpstr>Arial</vt:lpstr>
      <vt:lpstr>Calibri</vt:lpstr>
      <vt:lpstr>Cambria</vt:lpstr>
      <vt:lpstr>Century Gothic</vt:lpstr>
      <vt:lpstr>Posterama</vt:lpstr>
      <vt:lpstr>Posterama Text SemiBold</vt:lpstr>
      <vt:lpstr>Custom</vt:lpstr>
      <vt:lpstr>AI-Based Sudoku Puzzle Game</vt:lpstr>
      <vt:lpstr>What we built A complete game, not a solver sitting on its own. </vt:lpstr>
      <vt:lpstr>PowerPoint Presentation</vt:lpstr>
      <vt:lpstr>Working game features  </vt:lpstr>
      <vt:lpstr>PowerPoint Presentation</vt:lpstr>
      <vt:lpstr>AI engine: CSP + Backtracking How the solver actually works in this project. </vt:lpstr>
      <vt:lpstr>Puzzle generation Every New Game follows this pipeline. </vt:lpstr>
      <vt:lpstr>Scoring and game outcomes The score is live during play and finalized on a win.   </vt:lpstr>
      <vt:lpstr>AI hints Help for one cell. The board is not auto-solved. </vt:lpstr>
      <vt:lpstr>Scoring and game outcomes The score is live during play and finalized on a win.  </vt:lpstr>
      <vt:lpstr>What This Means for the Project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Md Al Amin</dc:creator>
  <cp:lastModifiedBy>Md Al Amin</cp:lastModifiedBy>
  <cp:revision>4</cp:revision>
  <dcterms:created xsi:type="dcterms:W3CDTF">2026-08-25T09:02:54Z</dcterms:created>
  <dcterms:modified xsi:type="dcterms:W3CDTF">2026-08-25T18:16:03Z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